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6" r:id="rId4"/>
    <p:sldId id="268" r:id="rId5"/>
    <p:sldId id="269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2D86"/>
    <a:srgbClr val="FFFF00"/>
    <a:srgbClr val="FF33CC"/>
    <a:srgbClr val="006600"/>
    <a:srgbClr val="003399"/>
    <a:srgbClr val="254061"/>
    <a:srgbClr val="002060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9234" autoAdjust="0"/>
  </p:normalViewPr>
  <p:slideViewPr>
    <p:cSldViewPr>
      <p:cViewPr>
        <p:scale>
          <a:sx n="100" d="100"/>
          <a:sy n="100" d="100"/>
        </p:scale>
        <p:origin x="-8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BCBCB-036B-453E-BF70-851563E2DECA}" type="datetimeFigureOut">
              <a:rPr lang="es-ES" smtClean="0"/>
              <a:pPr/>
              <a:t>12/02/2021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E9763-4EA5-456F-BE99-B64CE06C9C6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3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7F99C-8866-486B-B56F-6AB871EF7A36}" type="slidenum">
              <a:rPr lang="es-ES" smtClean="0"/>
              <a:pPr/>
              <a:t>1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2C811-28ED-4A95-A132-4F20DA413F26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CC4FA-E1C6-44BF-9030-8D4F22E24516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041A-C3FC-4419-A1FA-185A4604612E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85DD4-8DC8-497C-AB68-B50BAF23C7A7}" type="datetime1">
              <a:rPr lang="es-ES" smtClean="0"/>
              <a:t>12/02/2021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D5383-0856-4D6F-91D0-D93769F44810}" type="datetime1">
              <a:rPr lang="es-ES" smtClean="0"/>
              <a:t>12/02/2021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E4FE-4B2B-4FF0-93C8-F90208E1C8FE}" type="datetime1">
              <a:rPr lang="es-ES" smtClean="0"/>
              <a:t>12/02/2021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63CA2-C457-41B4-A9DE-8C56E6135130}" type="datetime1">
              <a:rPr lang="es-ES" smtClean="0"/>
              <a:t>12/02/2021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159591-2568-4DE8-9BFD-2ABD54E1DEC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7451725" y="1052512"/>
            <a:ext cx="1152723" cy="216248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s-ES" dirty="0" smtClean="0"/>
              <a:t>volver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6398-E37A-4821-AB64-868D2292FF3F}" type="datetime1">
              <a:rPr lang="es-ES" smtClean="0"/>
              <a:t>12/02/2021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6 Título"/>
          <p:cNvSpPr txBox="1">
            <a:spLocks/>
          </p:cNvSpPr>
          <p:nvPr userDrawn="1"/>
        </p:nvSpPr>
        <p:spPr>
          <a:xfrm>
            <a:off x="152400" y="462744"/>
            <a:ext cx="5410944" cy="310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75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EXCEL(.</a:t>
            </a:r>
            <a:r>
              <a:rPr lang="es-ES" sz="2200" b="1" dirty="0" err="1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xlsx</a:t>
            </a:r>
            <a:r>
              <a:rPr lang="es-ES" sz="2200" b="1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56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3A615-66DD-444E-9A0E-B0D6F9A07DB9}" type="datetime1">
              <a:rPr lang="es-ES" smtClean="0"/>
              <a:t>12/02/2021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F7DAD-1473-4A57-A48C-1A968C933396}" type="datetime1">
              <a:rPr lang="es-ES" smtClean="0"/>
              <a:t>12/02/2021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A86D5-46EC-4EF5-9555-8B882887C988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8295-8956-46F1-AB42-EC2C6612A287}" type="datetime1">
              <a:rPr lang="es-ES" smtClean="0"/>
              <a:t>12/02/2021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73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D9CAF-5B30-47A7-BF4C-805041D42615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BDE-278E-45AC-9E00-A9F51DF70CF9}" type="datetime1">
              <a:rPr lang="es-ES" smtClean="0"/>
              <a:t>12/02/2021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" name="12 Imagen" descr="Batz®.png"/>
          <p:cNvPicPr>
            <a:picLocks noChangeAspect="1"/>
          </p:cNvPicPr>
          <p:nvPr userDrawn="1"/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7092279" y="84683"/>
            <a:ext cx="1631047" cy="493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Rectángulo redondeado"/>
          <p:cNvSpPr/>
          <p:nvPr userDrawn="1"/>
        </p:nvSpPr>
        <p:spPr>
          <a:xfrm>
            <a:off x="168395" y="692696"/>
            <a:ext cx="68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" name="11 Rectángulo redondeado"/>
          <p:cNvSpPr/>
          <p:nvPr userDrawn="1"/>
        </p:nvSpPr>
        <p:spPr>
          <a:xfrm>
            <a:off x="-11246" y="692696"/>
            <a:ext cx="144000" cy="144000"/>
          </a:xfrm>
          <a:prstGeom prst="roundRect">
            <a:avLst/>
          </a:prstGeom>
          <a:solidFill>
            <a:srgbClr val="009A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" name="6 Título"/>
          <p:cNvSpPr txBox="1">
            <a:spLocks/>
          </p:cNvSpPr>
          <p:nvPr userDrawn="1"/>
        </p:nvSpPr>
        <p:spPr>
          <a:xfrm>
            <a:off x="0" y="0"/>
            <a:ext cx="5410944" cy="6206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rmAutofit fontScale="40000" lnSpcReduction="20000"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38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COST CARRIERS APPLICATION</a:t>
            </a:r>
          </a:p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lang="es-ES" sz="2200" b="1" baseline="0" dirty="0" smtClean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INVOICING</a:t>
            </a:r>
            <a:endParaRPr lang="en-US" sz="2200" b="1" dirty="0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"/>
          <p:cNvSpPr/>
          <p:nvPr userDrawn="1"/>
        </p:nvSpPr>
        <p:spPr>
          <a:xfrm>
            <a:off x="0" y="908720"/>
            <a:ext cx="9123363" cy="552614"/>
          </a:xfrm>
          <a:prstGeom prst="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234000" bIns="46800" anchor="ctr"/>
          <a:lstStyle/>
          <a:p>
            <a:pPr algn="r">
              <a:defRPr/>
            </a:pPr>
            <a:endParaRPr lang="es-ES" dirty="0"/>
          </a:p>
        </p:txBody>
      </p:sp>
      <p:sp>
        <p:nvSpPr>
          <p:cNvPr id="15" name="14 Flecha derecha"/>
          <p:cNvSpPr/>
          <p:nvPr userDrawn="1"/>
        </p:nvSpPr>
        <p:spPr>
          <a:xfrm>
            <a:off x="107950" y="980728"/>
            <a:ext cx="143570" cy="436326"/>
          </a:xfrm>
          <a:prstGeom prst="rightArrow">
            <a:avLst>
              <a:gd name="adj1" fmla="val 100000"/>
              <a:gd name="adj2" fmla="val 69256"/>
            </a:avLst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60" r:id="rId12"/>
    <p:sldLayoutId id="214748365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b="15360"/>
          <a:stretch>
            <a:fillRect/>
          </a:stretch>
        </p:blipFill>
        <p:spPr bwMode="auto">
          <a:xfrm>
            <a:off x="3260866" y="1268760"/>
            <a:ext cx="588313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"/>
          <p:cNvSpPr/>
          <p:nvPr/>
        </p:nvSpPr>
        <p:spPr>
          <a:xfrm>
            <a:off x="0" y="0"/>
            <a:ext cx="3275856" cy="68861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76672"/>
            <a:ext cx="2448272" cy="6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CuadroTexto"/>
          <p:cNvSpPr txBox="1"/>
          <p:nvPr/>
        </p:nvSpPr>
        <p:spPr>
          <a:xfrm>
            <a:off x="240398" y="1268760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i="1" dirty="0" smtClean="0">
                <a:solidFill>
                  <a:schemeClr val="bg1"/>
                </a:solidFill>
              </a:rPr>
              <a:t>Meeting </a:t>
            </a:r>
            <a:r>
              <a:rPr lang="en-US" sz="2000" i="1" dirty="0" smtClean="0">
                <a:solidFill>
                  <a:schemeClr val="bg1"/>
                </a:solidFill>
              </a:rPr>
              <a:t>your</a:t>
            </a:r>
            <a:r>
              <a:rPr lang="es-ES" sz="2000" i="1" dirty="0" smtClean="0">
                <a:solidFill>
                  <a:schemeClr val="bg1"/>
                </a:solidFill>
              </a:rPr>
              <a:t> </a:t>
            </a:r>
            <a:r>
              <a:rPr lang="en-US" sz="2000" i="1" dirty="0" smtClean="0">
                <a:solidFill>
                  <a:schemeClr val="bg1"/>
                </a:solidFill>
              </a:rPr>
              <a:t>challenges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3203848" y="17329"/>
            <a:ext cx="56743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BATZ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4000" b="1" dirty="0" smtClean="0">
                <a:solidFill>
                  <a:schemeClr val="tx2">
                    <a:lumMod val="75000"/>
                  </a:schemeClr>
                </a:solidFill>
              </a:rPr>
              <a:t>AUTOMOTIVE SYSTEMS</a:t>
            </a:r>
            <a:endParaRPr lang="es-ES" sz="4000" b="1" dirty="0" smtClean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39552" y="640563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 smtClean="0">
                <a:solidFill>
                  <a:schemeClr val="bg1"/>
                </a:solidFill>
              </a:rPr>
              <a:t>February</a:t>
            </a:r>
            <a:r>
              <a:rPr lang="es-ES" sz="2000" b="1" dirty="0" smtClean="0">
                <a:solidFill>
                  <a:schemeClr val="bg1"/>
                </a:solidFill>
              </a:rPr>
              <a:t> 2021</a:t>
            </a:r>
            <a:endParaRPr lang="es-ES" sz="2000" b="1" dirty="0">
              <a:solidFill>
                <a:schemeClr val="bg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362165" y="5601434"/>
            <a:ext cx="5674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800" b="1" dirty="0" smtClean="0">
                <a:solidFill>
                  <a:srgbClr val="17375E"/>
                </a:solidFill>
              </a:rPr>
              <a:t>COST CARRIERS APPLICATION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 b="1" dirty="0" smtClean="0">
                <a:solidFill>
                  <a:srgbClr val="254061"/>
                </a:solidFill>
              </a:rPr>
              <a:t>INVOICING</a:t>
            </a:r>
            <a:endParaRPr lang="en-US" sz="1600" b="1" dirty="0" smtClean="0">
              <a:solidFill>
                <a:srgbClr val="254061"/>
              </a:solidFill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1</a:t>
            </a:fld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100892"/>
            <a:ext cx="1190625" cy="704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51521" y="1043444"/>
            <a:ext cx="889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rgbClr val="254061"/>
                </a:solidFill>
              </a:rPr>
              <a:t>OBJETIVE, SCOPE AND ACCESS</a:t>
            </a:r>
            <a:endParaRPr lang="en-US" sz="1600" b="1" dirty="0">
              <a:solidFill>
                <a:srgbClr val="25406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51521" y="1484784"/>
            <a:ext cx="84969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OBJETIVE: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Control the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invoicing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process for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customer-property items.</a:t>
            </a:r>
          </a:p>
          <a:p>
            <a:pPr algn="just"/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SCOPE: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all those concepts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owned by the customer (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toolings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assembly lines, development costs,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ACCESS:</a:t>
            </a:r>
            <a:endParaRPr lang="es-E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184660"/>
            <a:ext cx="1872208" cy="9085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652" y="2317496"/>
            <a:ext cx="1872208" cy="9085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8" name="27 Flecha derecha"/>
          <p:cNvSpPr/>
          <p:nvPr/>
        </p:nvSpPr>
        <p:spPr>
          <a:xfrm>
            <a:off x="3545421" y="2506109"/>
            <a:ext cx="360040" cy="26567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37" y="2029705"/>
            <a:ext cx="7746746" cy="3127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251521" y="1043444"/>
            <a:ext cx="705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INVOICING 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7" name="6 Llamada rectangular"/>
          <p:cNvSpPr/>
          <p:nvPr/>
        </p:nvSpPr>
        <p:spPr>
          <a:xfrm>
            <a:off x="2429508" y="2564904"/>
            <a:ext cx="4536504" cy="504056"/>
          </a:xfrm>
          <a:prstGeom prst="wedgeRectCallout">
            <a:avLst>
              <a:gd name="adj1" fmla="val -54340"/>
              <a:gd name="adj2" fmla="val -78585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person responsible for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invoicing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will receive a new email when the project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leader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requests the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invoicing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of some project carriers.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2574789" y="4660386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2339752" y="4797153"/>
            <a:ext cx="209947" cy="360040"/>
          </a:xfrm>
          <a:prstGeom prst="round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Llamada rectangular"/>
          <p:cNvSpPr/>
          <p:nvPr/>
        </p:nvSpPr>
        <p:spPr>
          <a:xfrm>
            <a:off x="2915816" y="4730767"/>
            <a:ext cx="1637714" cy="413927"/>
          </a:xfrm>
          <a:prstGeom prst="wedgeRectCallout">
            <a:avLst>
              <a:gd name="adj1" fmla="val -73432"/>
              <a:gd name="adj2" fmla="val 12838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message </a:t>
            </a:r>
            <a:r>
              <a:rPr lang="en-U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es-E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467544" y="4221088"/>
            <a:ext cx="2808312" cy="28803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900" b="1" i="1" dirty="0" smtClean="0">
                <a:solidFill>
                  <a:schemeClr val="tx1"/>
                </a:solidFill>
              </a:rPr>
              <a:t>Additional Instructions:</a:t>
            </a:r>
            <a:endParaRPr lang="es-ES" sz="9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4</a:t>
            </a:fld>
            <a:endParaRPr lang="es-E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4242"/>
            <a:ext cx="5885468" cy="25781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251522" y="1043444"/>
            <a:ext cx="7090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INVOICING II</a:t>
            </a:r>
            <a:endParaRPr lang="en-US" b="1" dirty="0">
              <a:solidFill>
                <a:srgbClr val="254061"/>
              </a:solidFill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6303520" y="3093747"/>
            <a:ext cx="328507" cy="20271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5167292" y="3070904"/>
            <a:ext cx="984651" cy="24839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Llamada rectangular"/>
          <p:cNvSpPr/>
          <p:nvPr/>
        </p:nvSpPr>
        <p:spPr>
          <a:xfrm>
            <a:off x="5741153" y="2163957"/>
            <a:ext cx="2143215" cy="440522"/>
          </a:xfrm>
          <a:prstGeom prst="wedgeRectCallout">
            <a:avLst>
              <a:gd name="adj1" fmla="val -30579"/>
              <a:gd name="adj2" fmla="val 14302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has some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invoice. 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3" y="4054751"/>
            <a:ext cx="7874260" cy="25487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6747831" y="5877272"/>
            <a:ext cx="1187653" cy="28803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7884368" y="5750851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Llamada rectangular"/>
          <p:cNvSpPr/>
          <p:nvPr/>
        </p:nvSpPr>
        <p:spPr>
          <a:xfrm>
            <a:off x="7365812" y="5161312"/>
            <a:ext cx="1814700" cy="283912"/>
          </a:xfrm>
          <a:prstGeom prst="wedgeRectCallout">
            <a:avLst>
              <a:gd name="adj1" fmla="val -13706"/>
              <a:gd name="adj2" fmla="val 11643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order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 to be </a:t>
            </a:r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invoiced. 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0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9591-2568-4DE8-9BFD-2ABD54E1DEC4}" type="slidenum">
              <a:rPr lang="es-ES" smtClean="0"/>
              <a:pPr/>
              <a:t>5</a:t>
            </a:fld>
            <a:endParaRPr lang="es-ES" dirty="0"/>
          </a:p>
        </p:txBody>
      </p:sp>
      <p:grpSp>
        <p:nvGrpSpPr>
          <p:cNvPr id="4" name="3 Grupo"/>
          <p:cNvGrpSpPr/>
          <p:nvPr/>
        </p:nvGrpSpPr>
        <p:grpSpPr>
          <a:xfrm>
            <a:off x="315576" y="2872611"/>
            <a:ext cx="8005280" cy="3580725"/>
            <a:chOff x="315576" y="1959867"/>
            <a:chExt cx="8005280" cy="3580725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576" y="1959867"/>
              <a:ext cx="8005280" cy="3580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6049" y="3580107"/>
              <a:ext cx="1350368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6 Rectángulo redondeado"/>
          <p:cNvSpPr/>
          <p:nvPr/>
        </p:nvSpPr>
        <p:spPr>
          <a:xfrm>
            <a:off x="539552" y="3828567"/>
            <a:ext cx="504056" cy="45139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1128234" y="3718919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7230321" y="4143190"/>
            <a:ext cx="360040" cy="27353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6531670" y="4511565"/>
            <a:ext cx="1321575" cy="1198331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Llamada rectangular"/>
          <p:cNvSpPr/>
          <p:nvPr/>
        </p:nvSpPr>
        <p:spPr>
          <a:xfrm>
            <a:off x="7308304" y="3429000"/>
            <a:ext cx="1872208" cy="594902"/>
          </a:xfrm>
          <a:prstGeom prst="wedgeRectCallout">
            <a:avLst>
              <a:gd name="adj1" fmla="val -21725"/>
              <a:gd name="adj2" fmla="val 112860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invoice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sending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invoice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315576" y="1556791"/>
            <a:ext cx="8005280" cy="131581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b="1" i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Items: 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Position/Item number (one or more) of the customer order that matches with the carrier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%: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Percentage invoiced . The default value is 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Amount: 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 to be invoiced</a:t>
            </a: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If the value is 0, that carrier should </a:t>
            </a: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appear on the invoice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TWO decimal places allowed.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Currency: 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Currency in which it must be invoiced.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Instructions:</a:t>
            </a:r>
            <a:r>
              <a: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Instructions or additional info for the invoicing person</a:t>
            </a:r>
            <a:r>
              <a:rPr lang="es-E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1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1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11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Llamada rectangular"/>
          <p:cNvSpPr/>
          <p:nvPr/>
        </p:nvSpPr>
        <p:spPr>
          <a:xfrm>
            <a:off x="2051720" y="3718919"/>
            <a:ext cx="1775495" cy="304983"/>
          </a:xfrm>
          <a:prstGeom prst="wedgeRectCallout">
            <a:avLst>
              <a:gd name="adj1" fmla="val -83041"/>
              <a:gd name="adj2" fmla="val 13367"/>
            </a:avLst>
          </a:prstGeom>
          <a:solidFill>
            <a:schemeClr val="accent3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s-E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1000" b="1" i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Invoice</a:t>
            </a:r>
            <a:r>
              <a:rPr lang="es-ES" sz="1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E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251521" y="1043444"/>
            <a:ext cx="706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254061"/>
                </a:solidFill>
              </a:rPr>
              <a:t>INVOICING III</a:t>
            </a:r>
            <a:endParaRPr lang="en-US" b="1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85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4470</TotalTime>
  <Words>205</Words>
  <Application>Microsoft Office PowerPoint</Application>
  <PresentationFormat>Presentación en pantalla (4:3)</PresentationFormat>
  <Paragraphs>45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Maite Olivares Beobide</dc:creator>
  <cp:lastModifiedBy>Maite Olivares Beobide</cp:lastModifiedBy>
  <cp:revision>650</cp:revision>
  <dcterms:created xsi:type="dcterms:W3CDTF">2016-09-22T15:22:34Z</dcterms:created>
  <dcterms:modified xsi:type="dcterms:W3CDTF">2021-02-12T11:44:20Z</dcterms:modified>
</cp:coreProperties>
</file>