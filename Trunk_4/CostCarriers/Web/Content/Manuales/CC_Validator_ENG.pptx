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9234" autoAdjust="0"/>
  </p:normalViewPr>
  <p:slideViewPr>
    <p:cSldViewPr>
      <p:cViewPr varScale="1">
        <p:scale>
          <a:sx n="117" d="100"/>
          <a:sy n="117" d="100"/>
        </p:scale>
        <p:origin x="12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10/08/2022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10/08/2022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10/08/2022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10/08/2022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10/08/2022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10/08/2022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6715140" y="84683"/>
            <a:ext cx="2008187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COST CARRIERS APPLICATION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August</a:t>
            </a:r>
            <a:r>
              <a:rPr lang="es-ES" sz="2000" b="1" dirty="0" smtClean="0">
                <a:solidFill>
                  <a:schemeClr val="bg1"/>
                </a:solidFill>
              </a:rPr>
              <a:t> 2022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>
                <a:solidFill>
                  <a:srgbClr val="17375E"/>
                </a:solidFill>
              </a:rPr>
              <a:t>COST CARRIERS APPLICATION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VALIDATOR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10089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OBJETIVE, SCOPE AND ACCESS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51521" y="1822172"/>
            <a:ext cx="849694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OBJETIVE: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Improve the cost carrier request process for new projects or modifications. Improve the economic monitoring of the project, reduce the time to obtain indicators.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SCOPE: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cost carriers regarding to Industrialization, Advance, Predevelopment and ECO (change) projects will be requested through this application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ACCESS: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Intranet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icon</a:t>
            </a: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221088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50" y="3454499"/>
            <a:ext cx="6686550" cy="171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085" y="1591073"/>
            <a:ext cx="4098259" cy="13096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1116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8" name="17 Llamada rectangular"/>
          <p:cNvSpPr/>
          <p:nvPr/>
        </p:nvSpPr>
        <p:spPr>
          <a:xfrm>
            <a:off x="5250042" y="1782540"/>
            <a:ext cx="2494546" cy="762001"/>
          </a:xfrm>
          <a:prstGeom prst="wedgeRectCallout">
            <a:avLst>
              <a:gd name="adj1" fmla="val -62046"/>
              <a:gd name="adj2" fmla="val -483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Validations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+ 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Pending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projects with expenses pending my approval.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Llamada rectangular"/>
          <p:cNvSpPr/>
          <p:nvPr/>
        </p:nvSpPr>
        <p:spPr>
          <a:xfrm>
            <a:off x="5092892" y="3879701"/>
            <a:ext cx="1548172" cy="432048"/>
          </a:xfrm>
          <a:prstGeom prst="wedgeRectCallout">
            <a:avLst>
              <a:gd name="adj1" fmla="val -20102"/>
              <a:gd name="adj2" fmla="val 8397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Pending validations.</a:t>
            </a:r>
          </a:p>
        </p:txBody>
      </p:sp>
      <p:sp>
        <p:nvSpPr>
          <p:cNvPr id="22" name="21 Rectángulo redondeado"/>
          <p:cNvSpPr/>
          <p:nvPr/>
        </p:nvSpPr>
        <p:spPr>
          <a:xfrm>
            <a:off x="576496" y="258301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2291472" y="230947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Flecha derecha"/>
          <p:cNvSpPr/>
          <p:nvPr/>
        </p:nvSpPr>
        <p:spPr>
          <a:xfrm>
            <a:off x="1403648" y="2131204"/>
            <a:ext cx="504056" cy="22939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718632" y="5274099"/>
            <a:ext cx="6013608" cy="1158199"/>
            <a:chOff x="827584" y="5274099"/>
            <a:chExt cx="6013608" cy="1158199"/>
          </a:xfrm>
        </p:grpSpPr>
        <p:sp>
          <p:nvSpPr>
            <p:cNvPr id="32" name="31 Rectángulo"/>
            <p:cNvSpPr/>
            <p:nvPr/>
          </p:nvSpPr>
          <p:spPr>
            <a:xfrm>
              <a:off x="936536" y="5274099"/>
              <a:ext cx="5904656" cy="11581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Pending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validations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see the new request regarding that project</a:t>
              </a:r>
            </a:p>
            <a:p>
              <a:endParaRPr lang="es-E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Totals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s-E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</a:t>
              </a:r>
              <a:r>
                <a:rPr lang="es-E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approved</a:t>
              </a:r>
              <a:r>
                <a:rPr lang="es-E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r>
                <a:rPr lang="es-E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expenses</a:t>
              </a: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96266"/>
              <a:ext cx="317822" cy="317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951" y="5905167"/>
              <a:ext cx="360040" cy="292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" name="35 Rectángulo redondeado"/>
          <p:cNvSpPr/>
          <p:nvPr/>
        </p:nvSpPr>
        <p:spPr>
          <a:xfrm>
            <a:off x="5452932" y="4581128"/>
            <a:ext cx="216024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PENDING VALIDATIONS</a:t>
            </a:r>
            <a:r>
              <a:rPr lang="es-ES" b="1" dirty="0" smtClean="0">
                <a:solidFill>
                  <a:srgbClr val="254061"/>
                </a:solidFill>
              </a:rPr>
              <a:t>. ACCESS.</a:t>
            </a:r>
            <a:endParaRPr lang="en-US" b="1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2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7" y="1682581"/>
            <a:ext cx="8090093" cy="4365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PENDING VALIDATIONS. VALIDATION DETAILS.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Llamada rectangular"/>
          <p:cNvSpPr/>
          <p:nvPr/>
        </p:nvSpPr>
        <p:spPr>
          <a:xfrm>
            <a:off x="0" y="2996952"/>
            <a:ext cx="1547664" cy="1440160"/>
          </a:xfrm>
          <a:prstGeom prst="wedgeRectCallout">
            <a:avLst>
              <a:gd name="adj1" fmla="val 66399"/>
              <a:gd name="adj2" fmla="val -5003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for industrialization projects, It shows the evolution of the concepts of the table in the validations that have been approved and their value in the current validation.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2" name="31 Llamada rectangular"/>
          <p:cNvSpPr/>
          <p:nvPr/>
        </p:nvSpPr>
        <p:spPr>
          <a:xfrm>
            <a:off x="1619672" y="1786160"/>
            <a:ext cx="5143054" cy="315512"/>
          </a:xfrm>
          <a:prstGeom prst="wedgeRectCallout">
            <a:avLst>
              <a:gd name="adj1" fmla="val -63754"/>
              <a:gd name="adj2" fmla="val 3246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or name with which this request will be saved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Llamada rectangular"/>
          <p:cNvSpPr/>
          <p:nvPr/>
        </p:nvSpPr>
        <p:spPr>
          <a:xfrm>
            <a:off x="1682106" y="2115891"/>
            <a:ext cx="6696744" cy="503985"/>
          </a:xfrm>
          <a:prstGeom prst="wedgeRectCallout">
            <a:avLst>
              <a:gd name="adj1" fmla="val -61234"/>
              <a:gd name="adj2" fmla="val -4379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industrialization projects it is used to explain the evolution of the economic concepts collected in General info table of the previous validation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other types of projects it is used to describe projects.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6" name="30 Llamada rectangular"/>
          <p:cNvSpPr/>
          <p:nvPr/>
        </p:nvSpPr>
        <p:spPr>
          <a:xfrm>
            <a:off x="2690820" y="3346208"/>
            <a:ext cx="5121540" cy="720081"/>
          </a:xfrm>
          <a:prstGeom prst="wedgeRectCallout">
            <a:avLst>
              <a:gd name="adj1" fmla="val -86989"/>
              <a:gd name="adj2" fmla="val 24216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PLANT, amount requested and its margin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grouped by cost group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 see all the steps, click on “See steps details”). If this part is empty (no expenses are requested) it is because the validation of the "General info" box is required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3707904" y="5589240"/>
            <a:ext cx="1296144" cy="4415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 redondeado 27"/>
          <p:cNvSpPr/>
          <p:nvPr/>
        </p:nvSpPr>
        <p:spPr>
          <a:xfrm>
            <a:off x="5021990" y="5589240"/>
            <a:ext cx="2002431" cy="441550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Llamada rectangular 28"/>
          <p:cNvSpPr/>
          <p:nvPr/>
        </p:nvSpPr>
        <p:spPr>
          <a:xfrm>
            <a:off x="4302578" y="4706990"/>
            <a:ext cx="1421549" cy="768897"/>
          </a:xfrm>
          <a:prstGeom prst="wedgeRectCallou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Request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Amount requested in the current validation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lamada rectangular 33"/>
          <p:cNvSpPr/>
          <p:nvPr/>
        </p:nvSpPr>
        <p:spPr>
          <a:xfrm>
            <a:off x="5755646" y="4703693"/>
            <a:ext cx="2128722" cy="768897"/>
          </a:xfrm>
          <a:prstGeom prst="wedgeRectCallou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TOTAL STATUS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already approved + New request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" y="1537817"/>
            <a:ext cx="9121304" cy="4817889"/>
          </a:xfrm>
          <a:prstGeom prst="rect">
            <a:avLst/>
          </a:prstGeom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PENDING VALIDATIONS</a:t>
            </a:r>
            <a:r>
              <a:rPr lang="es-ES" b="1" dirty="0" smtClean="0">
                <a:solidFill>
                  <a:srgbClr val="254061"/>
                </a:solidFill>
              </a:rPr>
              <a:t>. OPTIONS TO APPROVE/REJECT I.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1 Rectángulo redondeado"/>
          <p:cNvSpPr/>
          <p:nvPr/>
        </p:nvSpPr>
        <p:spPr>
          <a:xfrm>
            <a:off x="267320" y="172821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0 Llamada rectangular"/>
          <p:cNvSpPr/>
          <p:nvPr/>
        </p:nvSpPr>
        <p:spPr>
          <a:xfrm>
            <a:off x="1659225" y="3041372"/>
            <a:ext cx="7056784" cy="963514"/>
          </a:xfrm>
          <a:prstGeom prst="wedgeRectCallout">
            <a:avLst>
              <a:gd name="adj1" fmla="val -49755"/>
              <a:gd name="adj2" fmla="val -2556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Options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A: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/ Rejection of all PLANT expenses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B: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/ Rejection of all expenses of the COST GROUP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C: Approved / Rejection of each STEP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11 Rectángulo redondeado"/>
          <p:cNvSpPr/>
          <p:nvPr/>
        </p:nvSpPr>
        <p:spPr>
          <a:xfrm>
            <a:off x="267320" y="172821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17 Llamada rectangular"/>
          <p:cNvSpPr/>
          <p:nvPr/>
        </p:nvSpPr>
        <p:spPr>
          <a:xfrm>
            <a:off x="3192798" y="1656182"/>
            <a:ext cx="847302" cy="288032"/>
          </a:xfrm>
          <a:prstGeom prst="wedgeRectCallout">
            <a:avLst>
              <a:gd name="adj1" fmla="val -102341"/>
              <a:gd name="adj2" fmla="val -51569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18 Llamada rectangular"/>
          <p:cNvSpPr/>
          <p:nvPr/>
        </p:nvSpPr>
        <p:spPr>
          <a:xfrm>
            <a:off x="2987824" y="5661247"/>
            <a:ext cx="847302" cy="288032"/>
          </a:xfrm>
          <a:prstGeom prst="wedgeRectCallout">
            <a:avLst>
              <a:gd name="adj1" fmla="val -86924"/>
              <a:gd name="adj2" fmla="val -8841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19 Llamada rectangular"/>
          <p:cNvSpPr/>
          <p:nvPr/>
        </p:nvSpPr>
        <p:spPr>
          <a:xfrm>
            <a:off x="8192417" y="5265203"/>
            <a:ext cx="847302" cy="288032"/>
          </a:xfrm>
          <a:prstGeom prst="wedgeRectCallout">
            <a:avLst>
              <a:gd name="adj1" fmla="val -54805"/>
              <a:gd name="adj2" fmla="val -13518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20 Llamada rectangular"/>
          <p:cNvSpPr/>
          <p:nvPr/>
        </p:nvSpPr>
        <p:spPr>
          <a:xfrm>
            <a:off x="6660232" y="6457074"/>
            <a:ext cx="847302" cy="288032"/>
          </a:xfrm>
          <a:prstGeom prst="wedgeRectCallout">
            <a:avLst>
              <a:gd name="adj1" fmla="val 65158"/>
              <a:gd name="adj2" fmla="val -14747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22 Rectángulo redondeado"/>
          <p:cNvSpPr/>
          <p:nvPr/>
        </p:nvSpPr>
        <p:spPr>
          <a:xfrm>
            <a:off x="7698035" y="6021288"/>
            <a:ext cx="988765" cy="37998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23 Rectángulo redondeado"/>
          <p:cNvSpPr/>
          <p:nvPr/>
        </p:nvSpPr>
        <p:spPr>
          <a:xfrm>
            <a:off x="7744642" y="4666494"/>
            <a:ext cx="895550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24 Rectángulo redondeado"/>
          <p:cNvSpPr/>
          <p:nvPr/>
        </p:nvSpPr>
        <p:spPr>
          <a:xfrm>
            <a:off x="1573981" y="1440157"/>
            <a:ext cx="1095847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25 Rectángulo redondeado"/>
          <p:cNvSpPr/>
          <p:nvPr/>
        </p:nvSpPr>
        <p:spPr>
          <a:xfrm>
            <a:off x="1547664" y="5373215"/>
            <a:ext cx="1095847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4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38" name="37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PENDING VALIDATIONS</a:t>
            </a:r>
            <a:r>
              <a:rPr lang="es-ES" b="1" dirty="0" smtClean="0">
                <a:solidFill>
                  <a:srgbClr val="254061"/>
                </a:solidFill>
              </a:rPr>
              <a:t>. OPTIONS TO APPROVE/REJECT II.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" y="4822017"/>
            <a:ext cx="7841138" cy="1415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708438"/>
            <a:ext cx="7626616" cy="1325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10 Llamada rectangular"/>
          <p:cNvSpPr/>
          <p:nvPr/>
        </p:nvSpPr>
        <p:spPr>
          <a:xfrm>
            <a:off x="3537305" y="1526146"/>
            <a:ext cx="4900934" cy="963514"/>
          </a:xfrm>
          <a:prstGeom prst="wedgeRectCallout">
            <a:avLst>
              <a:gd name="adj1" fmla="val -49594"/>
              <a:gd name="adj2" fmla="val -19632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Options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A: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/ Rejection of all PLANT expenses</a:t>
            </a: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B: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/ Rejection of all expenses of the COST GROUP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C: Approved / Rejection of each STEP</a:t>
            </a:r>
            <a:endParaRPr lang="es-E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11 Rectángulo redondeado"/>
          <p:cNvSpPr/>
          <p:nvPr/>
        </p:nvSpPr>
        <p:spPr>
          <a:xfrm>
            <a:off x="206299" y="1711921"/>
            <a:ext cx="792088" cy="20823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30 Rectángulo redondeado"/>
          <p:cNvSpPr/>
          <p:nvPr/>
        </p:nvSpPr>
        <p:spPr>
          <a:xfrm>
            <a:off x="364292" y="5020346"/>
            <a:ext cx="1268190" cy="43204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31 Llamada rectangular"/>
          <p:cNvSpPr/>
          <p:nvPr/>
        </p:nvSpPr>
        <p:spPr>
          <a:xfrm>
            <a:off x="2339752" y="5236370"/>
            <a:ext cx="847302" cy="288032"/>
          </a:xfrm>
          <a:prstGeom prst="wedgeRectCallout">
            <a:avLst>
              <a:gd name="adj1" fmla="val -129334"/>
              <a:gd name="adj2" fmla="val -57164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 Flecha abajo"/>
          <p:cNvSpPr/>
          <p:nvPr/>
        </p:nvSpPr>
        <p:spPr>
          <a:xfrm>
            <a:off x="5508104" y="2408226"/>
            <a:ext cx="144016" cy="216024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33 Rectángulo redondeado"/>
          <p:cNvSpPr/>
          <p:nvPr/>
        </p:nvSpPr>
        <p:spPr>
          <a:xfrm>
            <a:off x="6660232" y="3076963"/>
            <a:ext cx="1008112" cy="27617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34 Flecha abajo"/>
          <p:cNvSpPr/>
          <p:nvPr/>
        </p:nvSpPr>
        <p:spPr>
          <a:xfrm>
            <a:off x="7082620" y="3443340"/>
            <a:ext cx="184850" cy="1118021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01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36" name="35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VALIDATIONS HISTORY. ACCESS.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1116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3" name="22 Rectángulo redondeado"/>
          <p:cNvSpPr/>
          <p:nvPr/>
        </p:nvSpPr>
        <p:spPr>
          <a:xfrm>
            <a:off x="576496" y="258301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Flecha derecha"/>
          <p:cNvSpPr/>
          <p:nvPr/>
        </p:nvSpPr>
        <p:spPr>
          <a:xfrm>
            <a:off x="1403648" y="2131204"/>
            <a:ext cx="504056" cy="22939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811116"/>
            <a:ext cx="3352800" cy="1304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7" name="26 Rectángulo redondeado"/>
          <p:cNvSpPr/>
          <p:nvPr/>
        </p:nvSpPr>
        <p:spPr>
          <a:xfrm>
            <a:off x="2291472" y="230947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Llamada rectangular"/>
          <p:cNvSpPr/>
          <p:nvPr/>
        </p:nvSpPr>
        <p:spPr>
          <a:xfrm>
            <a:off x="5364088" y="2309477"/>
            <a:ext cx="2494546" cy="762001"/>
          </a:xfrm>
          <a:prstGeom prst="wedgeRectCallout">
            <a:avLst>
              <a:gd name="adj1" fmla="val -62046"/>
              <a:gd name="adj2" fmla="val -483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Validations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+ “Actual status and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projects with their validation history and current status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19" y="3071478"/>
            <a:ext cx="6673618" cy="3046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8" name="37 Rectángulo redondeado"/>
          <p:cNvSpPr/>
          <p:nvPr/>
        </p:nvSpPr>
        <p:spPr>
          <a:xfrm>
            <a:off x="110133" y="3830961"/>
            <a:ext cx="7185000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38 Llamada rectangular"/>
          <p:cNvSpPr/>
          <p:nvPr/>
        </p:nvSpPr>
        <p:spPr>
          <a:xfrm>
            <a:off x="6323558" y="3116041"/>
            <a:ext cx="2494546" cy="554321"/>
          </a:xfrm>
          <a:prstGeom prst="wedgeRectCallout">
            <a:avLst>
              <a:gd name="adj1" fmla="val -66628"/>
              <a:gd name="adj2" fmla="val 62669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Product and / or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 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Rectángulo redondeado"/>
          <p:cNvSpPr/>
          <p:nvPr/>
        </p:nvSpPr>
        <p:spPr>
          <a:xfrm>
            <a:off x="5476528" y="352996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41 Rectángulo redondeado"/>
          <p:cNvSpPr/>
          <p:nvPr/>
        </p:nvSpPr>
        <p:spPr>
          <a:xfrm>
            <a:off x="6868499" y="445084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42 Rectángulo redondeado"/>
          <p:cNvSpPr/>
          <p:nvPr/>
        </p:nvSpPr>
        <p:spPr>
          <a:xfrm>
            <a:off x="6411881" y="4443599"/>
            <a:ext cx="398959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90" y="4973140"/>
            <a:ext cx="7214989" cy="17163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  <a:extLst/>
        </p:spPr>
      </p:pic>
      <p:sp>
        <p:nvSpPr>
          <p:cNvPr id="4" name="3 Flecha abajo"/>
          <p:cNvSpPr/>
          <p:nvPr/>
        </p:nvSpPr>
        <p:spPr>
          <a:xfrm rot="1247999">
            <a:off x="6199306" y="4799409"/>
            <a:ext cx="237679" cy="1025717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4269</TotalTime>
  <Words>421</Words>
  <Application>Microsoft Office PowerPoint</Application>
  <PresentationFormat>Presentación en pantalla (4:3)</PresentationFormat>
  <Paragraphs>67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623</cp:revision>
  <dcterms:created xsi:type="dcterms:W3CDTF">2016-09-22T15:22:34Z</dcterms:created>
  <dcterms:modified xsi:type="dcterms:W3CDTF">2022-08-10T11:21:43Z</dcterms:modified>
</cp:coreProperties>
</file>