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58" r:id="rId4"/>
    <p:sldId id="261" r:id="rId5"/>
    <p:sldId id="264" r:id="rId6"/>
    <p:sldId id="262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2D86"/>
    <a:srgbClr val="FFFF00"/>
    <a:srgbClr val="FF33CC"/>
    <a:srgbClr val="006600"/>
    <a:srgbClr val="003399"/>
    <a:srgbClr val="254061"/>
    <a:srgbClr val="002060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9234" autoAdjust="0"/>
  </p:normalViewPr>
  <p:slideViewPr>
    <p:cSldViewPr>
      <p:cViewPr>
        <p:scale>
          <a:sx n="150" d="100"/>
          <a:sy n="150" d="100"/>
        </p:scale>
        <p:origin x="-234" y="1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CBCB-036B-453E-BF70-851563E2DECA}" type="datetimeFigureOut">
              <a:rPr lang="es-ES" smtClean="0"/>
              <a:pPr/>
              <a:t>22/07/2020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9763-4EA5-456F-BE99-B64CE06C9C6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3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7F99C-8866-486B-B56F-6AB871EF7A36}" type="slidenum">
              <a:rPr lang="es-ES" smtClean="0"/>
              <a:pPr/>
              <a:t>1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2C811-28ED-4A95-A132-4F20DA413F26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C4FA-E1C6-44BF-9030-8D4F22E24516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041A-C3FC-4419-A1FA-185A4604612E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5DD4-8DC8-497C-AB68-B50BAF23C7A7}" type="datetime1">
              <a:rPr lang="es-ES" smtClean="0"/>
              <a:t>22/07/2020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383-0856-4D6F-91D0-D93769F44810}" type="datetime1">
              <a:rPr lang="es-ES" smtClean="0"/>
              <a:t>22/07/2020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E4FE-4B2B-4FF0-93C8-F90208E1C8FE}" type="datetime1">
              <a:rPr lang="es-ES" smtClean="0"/>
              <a:t>22/07/2020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3CA2-C457-41B4-A9DE-8C56E6135130}" type="datetime1">
              <a:rPr lang="es-ES" smtClean="0"/>
              <a:t>22/07/2020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159591-2568-4DE8-9BFD-2ABD54E1DEC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7451725" y="1052512"/>
            <a:ext cx="1152723" cy="21624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s-ES" dirty="0" smtClean="0"/>
              <a:t>volver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6398-E37A-4821-AB64-868D2292FF3F}" type="datetime1">
              <a:rPr lang="es-ES" smtClean="0"/>
              <a:t>22/07/2020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6 Título"/>
          <p:cNvSpPr txBox="1">
            <a:spLocks/>
          </p:cNvSpPr>
          <p:nvPr userDrawn="1"/>
        </p:nvSpPr>
        <p:spPr>
          <a:xfrm>
            <a:off x="152400" y="462744"/>
            <a:ext cx="5410944" cy="310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EXCEL(.</a:t>
            </a:r>
            <a:r>
              <a:rPr lang="es-ES" sz="2200" b="1" dirty="0" err="1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xlsx</a:t>
            </a: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56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A615-66DD-444E-9A0E-B0D6F9A07DB9}" type="datetime1">
              <a:rPr lang="es-ES" smtClean="0"/>
              <a:t>22/07/2020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7DAD-1473-4A57-A48C-1A968C933396}" type="datetime1">
              <a:rPr lang="es-ES" smtClean="0"/>
              <a:t>22/07/2020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86D5-46EC-4EF5-9555-8B882887C988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8295-8956-46F1-AB42-EC2C6612A287}" type="datetime1">
              <a:rPr lang="es-ES" smtClean="0"/>
              <a:t>22/07/2020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3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9CAF-5B30-47A7-BF4C-805041D42615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BDE-278E-45AC-9E00-A9F51DF70CF9}" type="datetime1">
              <a:rPr lang="es-ES" smtClean="0"/>
              <a:t>22/07/2020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" name="12 Imagen" descr="Batz®.png"/>
          <p:cNvPicPr>
            <a:picLocks noChangeAspect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6715140" y="84683"/>
            <a:ext cx="2008187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 redondeado"/>
          <p:cNvSpPr/>
          <p:nvPr userDrawn="1"/>
        </p:nvSpPr>
        <p:spPr>
          <a:xfrm>
            <a:off x="168395" y="692696"/>
            <a:ext cx="68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11 Rectángulo redondeado"/>
          <p:cNvSpPr/>
          <p:nvPr userDrawn="1"/>
        </p:nvSpPr>
        <p:spPr>
          <a:xfrm>
            <a:off x="-11246" y="692696"/>
            <a:ext cx="14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6 Título"/>
          <p:cNvSpPr txBox="1">
            <a:spLocks/>
          </p:cNvSpPr>
          <p:nvPr userDrawn="1"/>
        </p:nvSpPr>
        <p:spPr>
          <a:xfrm>
            <a:off x="0" y="0"/>
            <a:ext cx="5410944" cy="6206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9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COST</a:t>
            </a:r>
            <a:r>
              <a:rPr lang="es-ES" sz="29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 CARRIERS </a:t>
            </a:r>
            <a:r>
              <a:rPr lang="es-ES" sz="29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APPLICATION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OPENING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"/>
          <p:cNvSpPr/>
          <p:nvPr userDrawn="1"/>
        </p:nvSpPr>
        <p:spPr>
          <a:xfrm>
            <a:off x="0" y="908720"/>
            <a:ext cx="9123363" cy="552614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234000" bIns="46800" anchor="ctr"/>
          <a:lstStyle/>
          <a:p>
            <a:pPr algn="r">
              <a:defRPr/>
            </a:pPr>
            <a:endParaRPr lang="es-ES" dirty="0"/>
          </a:p>
        </p:txBody>
      </p:sp>
      <p:sp>
        <p:nvSpPr>
          <p:cNvPr id="15" name="14 Flecha derecha"/>
          <p:cNvSpPr/>
          <p:nvPr userDrawn="1"/>
        </p:nvSpPr>
        <p:spPr>
          <a:xfrm>
            <a:off x="107950" y="980728"/>
            <a:ext cx="143570" cy="436326"/>
          </a:xfrm>
          <a:prstGeom prst="rightArrow">
            <a:avLst>
              <a:gd name="adj1" fmla="val 100000"/>
              <a:gd name="adj2" fmla="val 69256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60" r:id="rId12"/>
    <p:sldLayoutId id="214748365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b="15360"/>
          <a:stretch>
            <a:fillRect/>
          </a:stretch>
        </p:blipFill>
        <p:spPr bwMode="auto">
          <a:xfrm>
            <a:off x="3260866" y="1268760"/>
            <a:ext cx="588313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0" y="0"/>
            <a:ext cx="3275856" cy="68861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6672"/>
            <a:ext cx="2448272" cy="6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CuadroTexto"/>
          <p:cNvSpPr txBox="1"/>
          <p:nvPr/>
        </p:nvSpPr>
        <p:spPr>
          <a:xfrm>
            <a:off x="240398" y="1268760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 smtClean="0">
                <a:solidFill>
                  <a:schemeClr val="bg1"/>
                </a:solidFill>
              </a:rPr>
              <a:t>Meeting </a:t>
            </a:r>
            <a:r>
              <a:rPr lang="en-US" sz="2000" i="1" dirty="0" smtClean="0">
                <a:solidFill>
                  <a:schemeClr val="bg1"/>
                </a:solidFill>
              </a:rPr>
              <a:t>your</a:t>
            </a:r>
            <a:r>
              <a:rPr lang="es-ES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challenges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203848" y="17329"/>
            <a:ext cx="567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BATZ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AUTOMOTIVE SYSTEMS</a:t>
            </a:r>
            <a:endParaRPr lang="es-ES" sz="4000" b="1" dirty="0" smtClean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39552" y="640563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July</a:t>
            </a:r>
            <a:r>
              <a:rPr lang="es-ES" sz="2000" b="1" dirty="0" smtClean="0">
                <a:solidFill>
                  <a:schemeClr val="bg1"/>
                </a:solidFill>
              </a:rPr>
              <a:t> 2020</a:t>
            </a:r>
            <a:endParaRPr lang="es-ES" sz="2000" b="1" dirty="0">
              <a:solidFill>
                <a:schemeClr val="bg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362165" y="5601434"/>
            <a:ext cx="5674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 smtClean="0">
                <a:solidFill>
                  <a:srgbClr val="17375E"/>
                </a:solidFill>
              </a:rPr>
              <a:t>COST CARRIERS APPLICATION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 b="1" dirty="0" smtClean="0">
                <a:solidFill>
                  <a:srgbClr val="254061"/>
                </a:solidFill>
              </a:rPr>
              <a:t>COST CARRIERS OPENING</a:t>
            </a:r>
            <a:endParaRPr lang="en-US" sz="1600" b="1" dirty="0" smtClean="0">
              <a:solidFill>
                <a:srgbClr val="25406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1</a:t>
            </a:fld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510" y="6053207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251521" y="1822172"/>
            <a:ext cx="849694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Associate more information (metadata) with the cost carriers (budget, SOP, amount paid by customer, etc.), than can be filled in from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ERP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Xpert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or Navision depending on the plant).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The cost carriers will be created in BOTH APPLICATIONS (in Cost carriers and in the ERP)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and will be associated by carrier code. The main objective is to improve substantially in data analysis capacity, making easy data exploitation because it is digitized.</a:t>
            </a:r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SCOPE: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All cost carriers regarding to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Industrialization, Predevelopment, Modification and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Advance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projects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will be requested through this application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ACCESS: 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Intranet </a:t>
            </a:r>
            <a:r>
              <a:rPr lang="es-E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icon</a:t>
            </a:r>
            <a:r>
              <a:rPr lang="es-E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251521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OBJETIVE, SCOPE AND ACCESS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4372719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80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51521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MANAGE STEPS OPENING - 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6012160" y="4365104"/>
            <a:ext cx="32636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16" y="1769128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70" y="5197423"/>
            <a:ext cx="3759126" cy="170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15 Llamada rectangular"/>
          <p:cNvSpPr/>
          <p:nvPr/>
        </p:nvSpPr>
        <p:spPr>
          <a:xfrm>
            <a:off x="6523361" y="5655177"/>
            <a:ext cx="2009080" cy="396044"/>
          </a:xfrm>
          <a:prstGeom prst="wedgeRectCallout">
            <a:avLst>
              <a:gd name="adj1" fmla="val -91041"/>
              <a:gd name="adj2" fmla="val -4617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“</a:t>
            </a:r>
            <a:r>
              <a:rPr lang="es-E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</a:p>
        </p:txBody>
      </p:sp>
      <p:sp>
        <p:nvSpPr>
          <p:cNvPr id="2" name="1 Rectángulo"/>
          <p:cNvSpPr/>
          <p:nvPr/>
        </p:nvSpPr>
        <p:spPr>
          <a:xfrm>
            <a:off x="3707904" y="5949280"/>
            <a:ext cx="2467440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67709"/>
            <a:ext cx="6238503" cy="18206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419575"/>
            <a:ext cx="10096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19 Llamada rectangular"/>
          <p:cNvSpPr/>
          <p:nvPr/>
        </p:nvSpPr>
        <p:spPr>
          <a:xfrm>
            <a:off x="5364088" y="3284984"/>
            <a:ext cx="2926154" cy="720080"/>
          </a:xfrm>
          <a:prstGeom prst="wedgeRectCallout">
            <a:avLst>
              <a:gd name="adj1" fmla="val -20102"/>
              <a:gd name="adj2" fmla="val 8397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thing to do is to assign the project code. This is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carried out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by financial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CORPORATIVE clicking on the pencil.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6001376" y="4341093"/>
            <a:ext cx="32636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620" y="1561728"/>
            <a:ext cx="3171825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5" name="24 Rectángulo"/>
          <p:cNvSpPr/>
          <p:nvPr/>
        </p:nvSpPr>
        <p:spPr>
          <a:xfrm>
            <a:off x="3995936" y="2121552"/>
            <a:ext cx="1474390" cy="352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Rectángulo redondeado"/>
          <p:cNvSpPr/>
          <p:nvPr/>
        </p:nvSpPr>
        <p:spPr>
          <a:xfrm>
            <a:off x="1129808" y="2577009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5498799" y="1897795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Llamada rectangular"/>
          <p:cNvSpPr/>
          <p:nvPr/>
        </p:nvSpPr>
        <p:spPr>
          <a:xfrm>
            <a:off x="6012160" y="1921741"/>
            <a:ext cx="2420457" cy="688453"/>
          </a:xfrm>
          <a:prstGeom prst="wedgeRectCallout">
            <a:avLst>
              <a:gd name="adj1" fmla="val -66711"/>
              <a:gd name="adj2" fmla="val 173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“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steps opening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projects with steps already approved waiting for code. </a:t>
            </a:r>
          </a:p>
          <a:p>
            <a:pPr algn="just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6212831" y="472607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4938517" y="630932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2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20" y="5390621"/>
            <a:ext cx="8238180" cy="127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7832710" y="5885974"/>
            <a:ext cx="437590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Rectángulo"/>
          <p:cNvSpPr/>
          <p:nvPr/>
        </p:nvSpPr>
        <p:spPr>
          <a:xfrm>
            <a:off x="0" y="1486525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Manage Steps Opening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” view shows: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6725" indent="-285750" algn="just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Steps to Open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By project, 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teps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 created in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the ERP (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Xpert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/Navision)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they have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been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approved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200" baseline="-25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9625" indent="-628650" algn="just">
              <a:buFont typeface="Arial" panose="020B0604020202020204" pitchFamily="34" charset="0"/>
              <a:buChar char="•"/>
            </a:pPr>
            <a:r>
              <a:rPr lang="es-ES" sz="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(Go </a:t>
            </a:r>
            <a:r>
              <a:rPr lang="es-ES" sz="120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steps</a:t>
            </a:r>
            <a:r>
              <a:rPr lang="es-ES" sz="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detail</a:t>
            </a:r>
            <a:r>
              <a:rPr lang="es-ES" sz="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It shows all the steps that have been opened for that project. At the moment, there are no pending steps to open.</a:t>
            </a:r>
            <a:endParaRPr lang="es-E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MANAGE STEPS </a:t>
            </a:r>
            <a:r>
              <a:rPr lang="es-ES" b="1" dirty="0" smtClean="0">
                <a:solidFill>
                  <a:srgbClr val="254061"/>
                </a:solidFill>
              </a:rPr>
              <a:t>OPENING - II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22" name="21 Llamada rectangular"/>
          <p:cNvSpPr/>
          <p:nvPr/>
        </p:nvSpPr>
        <p:spPr>
          <a:xfrm>
            <a:off x="6306980" y="4544448"/>
            <a:ext cx="2624976" cy="846173"/>
          </a:xfrm>
          <a:prstGeom prst="wedgeRectCallout">
            <a:avLst>
              <a:gd name="adj1" fmla="val 15103"/>
              <a:gd name="adj2" fmla="val 101455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CREATING THE COST CARRIERS IN XPERT. </a:t>
            </a:r>
          </a:p>
          <a:p>
            <a:pPr algn="just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 “+”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create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their metadata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6 Grupo"/>
          <p:cNvGrpSpPr/>
          <p:nvPr/>
        </p:nvGrpSpPr>
        <p:grpSpPr>
          <a:xfrm>
            <a:off x="118434" y="2739008"/>
            <a:ext cx="6246266" cy="1554088"/>
            <a:chOff x="118434" y="2739008"/>
            <a:chExt cx="6246266" cy="1554088"/>
          </a:xfrm>
        </p:grpSpPr>
        <p:pic>
          <p:nvPicPr>
            <p:cNvPr id="9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434" y="2739008"/>
              <a:ext cx="6188546" cy="1338064"/>
            </a:xfrm>
            <a:prstGeom prst="rect">
              <a:avLst/>
            </a:prstGeom>
            <a:noFill/>
            <a:ln w="9525"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5050" y="3795514"/>
              <a:ext cx="10096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4013007"/>
              <a:ext cx="5713816" cy="280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460" y="4038751"/>
            <a:ext cx="381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234" y="4033988"/>
            <a:ext cx="3429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918" y="4038750"/>
            <a:ext cx="427082" cy="239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875" y="4077072"/>
            <a:ext cx="393493" cy="220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Elipse"/>
          <p:cNvSpPr/>
          <p:nvPr/>
        </p:nvSpPr>
        <p:spPr>
          <a:xfrm>
            <a:off x="5355050" y="3717032"/>
            <a:ext cx="1009650" cy="321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8" name="Picture 5" title="Go to steps detail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87" y="1902023"/>
            <a:ext cx="342900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3" name="22 Llamada rectangular"/>
          <p:cNvSpPr/>
          <p:nvPr/>
        </p:nvSpPr>
        <p:spPr>
          <a:xfrm>
            <a:off x="4605407" y="2646777"/>
            <a:ext cx="3373445" cy="761263"/>
          </a:xfrm>
          <a:prstGeom prst="wedgeRectCallout">
            <a:avLst>
              <a:gd name="adj1" fmla="val 2611"/>
              <a:gd name="adj2" fmla="val 10512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</a:t>
            </a:r>
            <a:r>
              <a:rPr lang="es-E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steps must be opened in </a:t>
            </a:r>
            <a:r>
              <a:rPr lang="en-U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ERP.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recommended to use the code + name that the list proposes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6156176" y="4077072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8325480" y="6037239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72" y="1916832"/>
            <a:ext cx="8141366" cy="2880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8886" y="2260484"/>
            <a:ext cx="1368152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Rectángulo"/>
          <p:cNvSpPr/>
          <p:nvPr/>
        </p:nvSpPr>
        <p:spPr>
          <a:xfrm>
            <a:off x="1907704" y="4077072"/>
            <a:ext cx="6912768" cy="648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fields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already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filled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in.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"Code" field shows the step that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XPERT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with that code. 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Llamada rectangular"/>
          <p:cNvSpPr/>
          <p:nvPr/>
        </p:nvSpPr>
        <p:spPr>
          <a:xfrm>
            <a:off x="1763688" y="1436019"/>
            <a:ext cx="1512168" cy="533352"/>
          </a:xfrm>
          <a:prstGeom prst="wedgeRectCallout">
            <a:avLst>
              <a:gd name="adj1" fmla="val -65835"/>
              <a:gd name="adj2" fmla="val 9988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254061"/>
                </a:solidFill>
              </a:rPr>
              <a:t>MANAGE STEPS </a:t>
            </a:r>
            <a:r>
              <a:rPr lang="es-ES" b="1" dirty="0" smtClean="0">
                <a:solidFill>
                  <a:srgbClr val="254061"/>
                </a:solidFill>
              </a:rPr>
              <a:t>OPENING - III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1782391" y="2327302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2771800" y="5344461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2 Grupo"/>
          <p:cNvGrpSpPr/>
          <p:nvPr/>
        </p:nvGrpSpPr>
        <p:grpSpPr>
          <a:xfrm>
            <a:off x="2226691" y="5733256"/>
            <a:ext cx="6386389" cy="873584"/>
            <a:chOff x="2226691" y="5733256"/>
            <a:chExt cx="6386389" cy="873584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6691" y="5733256"/>
              <a:ext cx="6386389" cy="8735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1551" y="6155053"/>
              <a:ext cx="342817" cy="154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14 Llamada rectangular"/>
          <p:cNvSpPr/>
          <p:nvPr/>
        </p:nvSpPr>
        <p:spPr>
          <a:xfrm>
            <a:off x="298886" y="5157192"/>
            <a:ext cx="2329226" cy="792088"/>
          </a:xfrm>
          <a:prstGeom prst="wedgeRectCallout">
            <a:avLst>
              <a:gd name="adj1" fmla="val 71314"/>
              <a:gd name="adj2" fmla="val 55602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 6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(“+”) and 7 ("Save and mark step as opened“)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until all steps are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opened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17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6</a:t>
            </a:fld>
            <a:endParaRPr lang="es-E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791048"/>
            <a:ext cx="8590086" cy="582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526135"/>
            <a:ext cx="5873678" cy="12964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251521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COST CARRIERS SEARCH 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14" name="13 Llamada rectangular"/>
          <p:cNvSpPr/>
          <p:nvPr/>
        </p:nvSpPr>
        <p:spPr>
          <a:xfrm>
            <a:off x="179512" y="5526136"/>
            <a:ext cx="936104" cy="331938"/>
          </a:xfrm>
          <a:prstGeom prst="wedgeRectCallout">
            <a:avLst>
              <a:gd name="adj1" fmla="val -23240"/>
              <a:gd name="adj2" fmla="val -11161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8423800" y="5019862"/>
            <a:ext cx="305125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" name="24 Grupo"/>
          <p:cNvGrpSpPr/>
          <p:nvPr/>
        </p:nvGrpSpPr>
        <p:grpSpPr>
          <a:xfrm>
            <a:off x="454003" y="1412776"/>
            <a:ext cx="8158039" cy="3042281"/>
            <a:chOff x="236636" y="1534838"/>
            <a:chExt cx="8158039" cy="3042281"/>
          </a:xfrm>
        </p:grpSpPr>
        <p:grpSp>
          <p:nvGrpSpPr>
            <p:cNvPr id="26" name="25 Grupo"/>
            <p:cNvGrpSpPr/>
            <p:nvPr/>
          </p:nvGrpSpPr>
          <p:grpSpPr>
            <a:xfrm>
              <a:off x="236636" y="1534838"/>
              <a:ext cx="8158039" cy="3042281"/>
              <a:chOff x="236636" y="1534838"/>
              <a:chExt cx="8158039" cy="3042281"/>
            </a:xfrm>
          </p:grpSpPr>
          <p:pic>
            <p:nvPicPr>
              <p:cNvPr id="28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636" y="1534838"/>
                <a:ext cx="8158039" cy="30422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29" name="28 Llamada rectangular"/>
              <p:cNvSpPr/>
              <p:nvPr/>
            </p:nvSpPr>
            <p:spPr>
              <a:xfrm>
                <a:off x="3419872" y="2558072"/>
                <a:ext cx="1476164" cy="331938"/>
              </a:xfrm>
              <a:prstGeom prst="wedgeRectCallout">
                <a:avLst>
                  <a:gd name="adj1" fmla="val -61055"/>
                  <a:gd name="adj2" fmla="val 58158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s-E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Write</a:t>
                </a:r>
                <a:r>
                  <a:rPr lang="es-E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Code</a:t>
                </a:r>
                <a:r>
                  <a:rPr lang="es-E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 “</a:t>
                </a:r>
                <a:r>
                  <a:rPr lang="es-E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Search</a:t>
                </a:r>
                <a:r>
                  <a:rPr lang="es-E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</a:p>
            </p:txBody>
          </p:sp>
          <p:pic>
            <p:nvPicPr>
              <p:cNvPr id="30" name="Picture 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5656" y="1534839"/>
                <a:ext cx="1172791" cy="820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7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429" y="1544364"/>
              <a:ext cx="1203286" cy="26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30 Rectángulo redondeado"/>
          <p:cNvSpPr/>
          <p:nvPr/>
        </p:nvSpPr>
        <p:spPr>
          <a:xfrm>
            <a:off x="2927883" y="1966181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31 Rectángulo redondeado"/>
          <p:cNvSpPr/>
          <p:nvPr/>
        </p:nvSpPr>
        <p:spPr>
          <a:xfrm>
            <a:off x="2867208" y="2584815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Flecha abajo"/>
          <p:cNvSpPr/>
          <p:nvPr/>
        </p:nvSpPr>
        <p:spPr>
          <a:xfrm>
            <a:off x="2963504" y="3068960"/>
            <a:ext cx="382007" cy="157807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33 Flecha abajo"/>
          <p:cNvSpPr/>
          <p:nvPr/>
        </p:nvSpPr>
        <p:spPr>
          <a:xfrm rot="2785107">
            <a:off x="7891969" y="5161870"/>
            <a:ext cx="240934" cy="954564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34 Llamada rectangular"/>
          <p:cNvSpPr/>
          <p:nvPr/>
        </p:nvSpPr>
        <p:spPr>
          <a:xfrm>
            <a:off x="7929838" y="5670079"/>
            <a:ext cx="1106658" cy="331938"/>
          </a:xfrm>
          <a:prstGeom prst="wedgeRectCallout">
            <a:avLst>
              <a:gd name="adj1" fmla="val 23578"/>
              <a:gd name="adj2" fmla="val -153252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Budget</a:t>
            </a:r>
          </a:p>
        </p:txBody>
      </p:sp>
    </p:spTree>
    <p:extLst>
      <p:ext uri="{BB962C8B-B14F-4D97-AF65-F5344CB8AC3E}">
        <p14:creationId xmlns:p14="http://schemas.microsoft.com/office/powerpoint/2010/main" val="326402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3970</TotalTime>
  <Words>393</Words>
  <Application>Microsoft Office PowerPoint</Application>
  <PresentationFormat>Presentación en pantalla (4:3)</PresentationFormat>
  <Paragraphs>59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Maite Olivares Beobide</dc:creator>
  <cp:lastModifiedBy>Maite Olivares Beobide</cp:lastModifiedBy>
  <cp:revision>604</cp:revision>
  <dcterms:created xsi:type="dcterms:W3CDTF">2016-09-22T15:22:34Z</dcterms:created>
  <dcterms:modified xsi:type="dcterms:W3CDTF">2020-07-22T12:40:18Z</dcterms:modified>
</cp:coreProperties>
</file>