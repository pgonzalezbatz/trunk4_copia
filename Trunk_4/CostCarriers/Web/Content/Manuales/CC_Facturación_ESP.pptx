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6" r:id="rId4"/>
    <p:sldId id="270" r:id="rId5"/>
    <p:sldId id="269" r:id="rId6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70C0"/>
    <a:srgbClr val="002D86"/>
    <a:srgbClr val="FFFF00"/>
    <a:srgbClr val="FF33CC"/>
    <a:srgbClr val="006600"/>
    <a:srgbClr val="003399"/>
    <a:srgbClr val="254061"/>
    <a:srgbClr val="002060"/>
    <a:srgbClr val="1737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8" autoAdjust="0"/>
    <p:restoredTop sz="99234" autoAdjust="0"/>
  </p:normalViewPr>
  <p:slideViewPr>
    <p:cSldViewPr>
      <p:cViewPr>
        <p:scale>
          <a:sx n="90" d="100"/>
          <a:sy n="90" d="100"/>
        </p:scale>
        <p:origin x="-1152" y="-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BCBCB-036B-453E-BF70-851563E2DECA}" type="datetimeFigureOut">
              <a:rPr lang="es-ES" smtClean="0"/>
              <a:pPr/>
              <a:t>12/02/2021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FE9763-4EA5-456F-BE99-B64CE06C9C6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236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7F99C-8866-486B-B56F-6AB871EF7A36}" type="slidenum">
              <a:rPr lang="es-ES" smtClean="0"/>
              <a:pPr/>
              <a:t>1</a:t>
            </a:fld>
            <a:endParaRPr lang="es-E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2C811-28ED-4A95-A132-4F20DA413F26}" type="datetime1">
              <a:rPr lang="es-ES" smtClean="0"/>
              <a:t>12/02/2021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CC4FA-E1C6-44BF-9030-8D4F22E24516}" type="datetime1">
              <a:rPr lang="es-ES" smtClean="0"/>
              <a:t>12/02/2021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041A-C3FC-4419-A1FA-185A4604612E}" type="datetime1">
              <a:rPr lang="es-ES" smtClean="0"/>
              <a:t>12/02/2021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85DD4-8DC8-497C-AB68-B50BAF23C7A7}" type="datetime1">
              <a:rPr lang="es-ES" smtClean="0"/>
              <a:t>12/02/2021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5383-0856-4D6F-91D0-D93769F44810}" type="datetime1">
              <a:rPr lang="es-ES" smtClean="0"/>
              <a:t>12/02/2021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E4FE-4B2B-4FF0-93C8-F90208E1C8FE}" type="datetime1">
              <a:rPr lang="es-ES" smtClean="0"/>
              <a:t>12/02/2021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63CA2-C457-41B4-A9DE-8C56E6135130}" type="datetime1">
              <a:rPr lang="es-ES" smtClean="0"/>
              <a:t>12/02/2021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C159591-2568-4DE8-9BFD-2ABD54E1DEC4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8" name="7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7451725" y="1052512"/>
            <a:ext cx="1152723" cy="216248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s-ES" dirty="0" smtClean="0"/>
              <a:t>volver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6398-E37A-4821-AB64-868D2292FF3F}" type="datetime1">
              <a:rPr lang="es-ES" smtClean="0"/>
              <a:t>12/02/2021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5" name="6 Título"/>
          <p:cNvSpPr txBox="1">
            <a:spLocks/>
          </p:cNvSpPr>
          <p:nvPr userDrawn="1"/>
        </p:nvSpPr>
        <p:spPr>
          <a:xfrm>
            <a:off x="152400" y="462744"/>
            <a:ext cx="5410944" cy="3103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rmAutofit fontScale="47500" lnSpcReduction="20000"/>
          </a:bodyPr>
          <a:lstStyle/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lang="es-ES" sz="2200" b="1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EXCEL(.</a:t>
            </a:r>
            <a:r>
              <a:rPr lang="es-ES" sz="2200" b="1" dirty="0" err="1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xlsx</a:t>
            </a:r>
            <a:r>
              <a:rPr lang="es-ES" sz="2200" b="1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US" sz="2200" b="1" dirty="0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4566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3A615-66DD-444E-9A0E-B0D6F9A07DB9}" type="datetime1">
              <a:rPr lang="es-ES" smtClean="0"/>
              <a:t>12/02/2021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F7DAD-1473-4A57-A48C-1A968C933396}" type="datetime1">
              <a:rPr lang="es-ES" smtClean="0"/>
              <a:t>12/02/2021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A86D5-46EC-4EF5-9555-8B882887C988}" type="datetime1">
              <a:rPr lang="es-ES" smtClean="0"/>
              <a:t>12/02/2021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8295-8956-46F1-AB42-EC2C6612A287}" type="datetime1">
              <a:rPr lang="es-ES" smtClean="0"/>
              <a:t>12/02/2021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17350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D9CAF-5B30-47A7-BF4C-805041D42615}" type="datetime1">
              <a:rPr lang="es-ES" smtClean="0"/>
              <a:t>12/02/2021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17BDE-278E-45AC-9E00-A9F51DF70CF9}" type="datetime1">
              <a:rPr lang="es-ES" smtClean="0"/>
              <a:t>12/02/2021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pic>
        <p:nvPicPr>
          <p:cNvPr id="10" name="12 Imagen" descr="Batz®.png"/>
          <p:cNvPicPr>
            <a:picLocks noChangeAspect="1"/>
          </p:cNvPicPr>
          <p:nvPr userDrawn="1"/>
        </p:nvPicPr>
        <p:blipFill>
          <a:blip r:embed="rId15" cstate="email"/>
          <a:srcRect/>
          <a:stretch>
            <a:fillRect/>
          </a:stretch>
        </p:blipFill>
        <p:spPr bwMode="auto">
          <a:xfrm>
            <a:off x="7092280" y="198869"/>
            <a:ext cx="1631047" cy="493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10 Rectángulo redondeado"/>
          <p:cNvSpPr/>
          <p:nvPr userDrawn="1"/>
        </p:nvSpPr>
        <p:spPr>
          <a:xfrm>
            <a:off x="168395" y="692696"/>
            <a:ext cx="684000" cy="144000"/>
          </a:xfrm>
          <a:prstGeom prst="roundRect">
            <a:avLst/>
          </a:prstGeom>
          <a:solidFill>
            <a:srgbClr val="009A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2" name="11 Rectángulo redondeado"/>
          <p:cNvSpPr/>
          <p:nvPr userDrawn="1"/>
        </p:nvSpPr>
        <p:spPr>
          <a:xfrm>
            <a:off x="-11246" y="692696"/>
            <a:ext cx="144000" cy="144000"/>
          </a:xfrm>
          <a:prstGeom prst="roundRect">
            <a:avLst/>
          </a:prstGeom>
          <a:solidFill>
            <a:srgbClr val="009A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3" name="6 Título"/>
          <p:cNvSpPr txBox="1">
            <a:spLocks/>
          </p:cNvSpPr>
          <p:nvPr userDrawn="1"/>
        </p:nvSpPr>
        <p:spPr>
          <a:xfrm>
            <a:off x="0" y="0"/>
            <a:ext cx="5410944" cy="62068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rmAutofit fontScale="40000" lnSpcReduction="20000"/>
          </a:bodyPr>
          <a:lstStyle/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lang="es-ES" sz="3800" b="1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APLICACIÓN</a:t>
            </a:r>
            <a:r>
              <a:rPr lang="es-ES" sz="3800" b="1" baseline="0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 COST CARRIERS</a:t>
            </a:r>
          </a:p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lang="es-ES" sz="2200" b="1" baseline="0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FACTURACIÓN</a:t>
            </a:r>
            <a:endParaRPr lang="en-US" sz="2200" b="1" dirty="0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13 Rectángulo"/>
          <p:cNvSpPr/>
          <p:nvPr userDrawn="1"/>
        </p:nvSpPr>
        <p:spPr>
          <a:xfrm>
            <a:off x="0" y="908720"/>
            <a:ext cx="9123363" cy="552614"/>
          </a:xfrm>
          <a:prstGeom prst="rect">
            <a:avLst/>
          </a:prstGeom>
          <a:solidFill>
            <a:schemeClr val="tx2">
              <a:lumMod val="20000"/>
              <a:lumOff val="80000"/>
              <a:alpha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90000" tIns="46800" rIns="234000" bIns="46800" anchor="ctr"/>
          <a:lstStyle/>
          <a:p>
            <a:pPr algn="r">
              <a:defRPr/>
            </a:pPr>
            <a:endParaRPr lang="es-ES" dirty="0"/>
          </a:p>
        </p:txBody>
      </p:sp>
      <p:sp>
        <p:nvSpPr>
          <p:cNvPr id="15" name="14 Flecha derecha"/>
          <p:cNvSpPr/>
          <p:nvPr userDrawn="1"/>
        </p:nvSpPr>
        <p:spPr>
          <a:xfrm>
            <a:off x="107950" y="980728"/>
            <a:ext cx="143570" cy="436326"/>
          </a:xfrm>
          <a:prstGeom prst="rightArrow">
            <a:avLst>
              <a:gd name="adj1" fmla="val 100000"/>
              <a:gd name="adj2" fmla="val 69256"/>
            </a:avLst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1" r:id="rId8"/>
    <p:sldLayoutId id="2147483656" r:id="rId9"/>
    <p:sldLayoutId id="2147483657" r:id="rId10"/>
    <p:sldLayoutId id="2147483658" r:id="rId11"/>
    <p:sldLayoutId id="2147483660" r:id="rId12"/>
    <p:sldLayoutId id="2147483659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 b="15360"/>
          <a:stretch>
            <a:fillRect/>
          </a:stretch>
        </p:blipFill>
        <p:spPr bwMode="auto">
          <a:xfrm>
            <a:off x="3260866" y="1268760"/>
            <a:ext cx="5883134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8 Rectángulo"/>
          <p:cNvSpPr/>
          <p:nvPr/>
        </p:nvSpPr>
        <p:spPr>
          <a:xfrm>
            <a:off x="0" y="0"/>
            <a:ext cx="3275856" cy="688613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476672"/>
            <a:ext cx="2448272" cy="66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7 CuadroTexto"/>
          <p:cNvSpPr txBox="1"/>
          <p:nvPr/>
        </p:nvSpPr>
        <p:spPr>
          <a:xfrm>
            <a:off x="240398" y="1268760"/>
            <a:ext cx="2808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i="1" dirty="0" smtClean="0">
                <a:solidFill>
                  <a:schemeClr val="bg1"/>
                </a:solidFill>
              </a:rPr>
              <a:t>Meeting </a:t>
            </a:r>
            <a:r>
              <a:rPr lang="en-US" sz="2000" i="1" dirty="0" smtClean="0">
                <a:solidFill>
                  <a:schemeClr val="bg1"/>
                </a:solidFill>
              </a:rPr>
              <a:t>your</a:t>
            </a:r>
            <a:r>
              <a:rPr lang="es-ES" sz="2000" i="1" dirty="0" smtClean="0">
                <a:solidFill>
                  <a:schemeClr val="bg1"/>
                </a:solidFill>
              </a:rPr>
              <a:t> </a:t>
            </a:r>
            <a:r>
              <a:rPr lang="en-US" sz="2000" i="1" dirty="0" smtClean="0">
                <a:solidFill>
                  <a:schemeClr val="bg1"/>
                </a:solidFill>
              </a:rPr>
              <a:t>challenges</a:t>
            </a:r>
            <a:endParaRPr lang="en-US" sz="2000" i="1" dirty="0">
              <a:solidFill>
                <a:schemeClr val="bg1"/>
              </a:solidFill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3203848" y="17329"/>
            <a:ext cx="56743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000" b="1" dirty="0" smtClean="0">
                <a:solidFill>
                  <a:schemeClr val="tx2">
                    <a:lumMod val="75000"/>
                  </a:schemeClr>
                </a:solidFill>
              </a:rPr>
              <a:t>BATZ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000" b="1" dirty="0" smtClean="0">
                <a:solidFill>
                  <a:schemeClr val="tx2">
                    <a:lumMod val="75000"/>
                  </a:schemeClr>
                </a:solidFill>
              </a:rPr>
              <a:t>AUTOMOTIVE SYSTEMS</a:t>
            </a:r>
            <a:endParaRPr lang="es-ES" sz="4000" b="1" dirty="0" smtClean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539552" y="6405632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 smtClean="0">
                <a:solidFill>
                  <a:schemeClr val="bg1"/>
                </a:solidFill>
              </a:rPr>
              <a:t>Febrero 2021</a:t>
            </a:r>
            <a:endParaRPr lang="es-ES" sz="2000" b="1" dirty="0">
              <a:solidFill>
                <a:schemeClr val="bg1"/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3362165" y="5601434"/>
            <a:ext cx="56743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800" b="1" dirty="0" smtClean="0">
                <a:solidFill>
                  <a:srgbClr val="17375E"/>
                </a:solidFill>
              </a:rPr>
              <a:t>APLICACIÓN COST CARRIERS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1600" b="1" dirty="0" smtClean="0">
                <a:solidFill>
                  <a:srgbClr val="254061"/>
                </a:solidFill>
              </a:rPr>
              <a:t>FACTURACIÓN</a:t>
            </a:r>
            <a:endParaRPr lang="en-US" sz="1600" b="1" dirty="0" smtClean="0">
              <a:solidFill>
                <a:srgbClr val="254061"/>
              </a:solidFill>
            </a:endParaRPr>
          </a:p>
        </p:txBody>
      </p:sp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1</a:t>
            </a:fld>
            <a:endParaRPr lang="es-ES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6100892"/>
            <a:ext cx="1190625" cy="704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2</a:t>
            </a:fld>
            <a:endParaRPr lang="es-ES" dirty="0"/>
          </a:p>
        </p:txBody>
      </p:sp>
      <p:sp>
        <p:nvSpPr>
          <p:cNvPr id="5" name="4 CuadroTexto"/>
          <p:cNvSpPr txBox="1"/>
          <p:nvPr/>
        </p:nvSpPr>
        <p:spPr>
          <a:xfrm>
            <a:off x="251521" y="1043444"/>
            <a:ext cx="8892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rgbClr val="254061"/>
                </a:solidFill>
              </a:rPr>
              <a:t>OBJETIVO, ALCANCE Y ACCESO</a:t>
            </a:r>
            <a:endParaRPr lang="en-US" sz="1600" b="1" dirty="0">
              <a:solidFill>
                <a:srgbClr val="254061"/>
              </a:solidFill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251521" y="1484784"/>
            <a:ext cx="8496944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OBJETIVO: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Controlar el proceso de la facturación de </a:t>
            </a:r>
            <a:r>
              <a:rPr lang="es-E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los conceptos propiedad de cliente</a:t>
            </a:r>
            <a:r>
              <a:rPr lang="es-E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s-E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ALCANCE: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E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odos los conceptos propiedad de cliente (utillajes, líneas de montaje, gastos de desarrollo, </a:t>
            </a:r>
            <a:r>
              <a:rPr lang="es-E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s-E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s-E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ACCESO:</a:t>
            </a:r>
            <a:endParaRPr lang="es-ES" sz="12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s-E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s-E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s-E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s-E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s-E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s-E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463043"/>
            <a:ext cx="1872208" cy="9085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564904"/>
            <a:ext cx="1190625" cy="704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1 Flecha derecha"/>
          <p:cNvSpPr/>
          <p:nvPr/>
        </p:nvSpPr>
        <p:spPr>
          <a:xfrm>
            <a:off x="2699792" y="2731279"/>
            <a:ext cx="360040" cy="26567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437" y="2029705"/>
            <a:ext cx="7746746" cy="31274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9591-2568-4DE8-9BFD-2ABD54E1DEC4}" type="slidenum">
              <a:rPr lang="es-ES" smtClean="0"/>
              <a:pPr/>
              <a:t>3</a:t>
            </a:fld>
            <a:endParaRPr lang="es-ES" dirty="0"/>
          </a:p>
        </p:txBody>
      </p:sp>
      <p:sp>
        <p:nvSpPr>
          <p:cNvPr id="6" name="5 CuadroTexto"/>
          <p:cNvSpPr txBox="1"/>
          <p:nvPr/>
        </p:nvSpPr>
        <p:spPr>
          <a:xfrm>
            <a:off x="251521" y="1043444"/>
            <a:ext cx="7128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254061"/>
                </a:solidFill>
              </a:rPr>
              <a:t>FACTURACIÓN I</a:t>
            </a:r>
            <a:endParaRPr lang="en-US" b="1" dirty="0">
              <a:solidFill>
                <a:srgbClr val="254061"/>
              </a:solidFill>
            </a:endParaRPr>
          </a:p>
        </p:txBody>
      </p:sp>
      <p:sp>
        <p:nvSpPr>
          <p:cNvPr id="7" name="6 Llamada rectangular"/>
          <p:cNvSpPr/>
          <p:nvPr/>
        </p:nvSpPr>
        <p:spPr>
          <a:xfrm>
            <a:off x="2627784" y="2376660"/>
            <a:ext cx="4283077" cy="602233"/>
          </a:xfrm>
          <a:prstGeom prst="wedgeRectCallout">
            <a:avLst>
              <a:gd name="adj1" fmla="val -54340"/>
              <a:gd name="adj2" fmla="val -78585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El responsable de la facturación recibirá un email nuevo cuando el jefe de proyecto solicite la facturación de algunos portadores del proyecto. 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2843808" y="4721223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9 Rectángulo redondeado"/>
          <p:cNvSpPr/>
          <p:nvPr/>
        </p:nvSpPr>
        <p:spPr>
          <a:xfrm>
            <a:off x="2339751" y="4857989"/>
            <a:ext cx="209947" cy="222219"/>
          </a:xfrm>
          <a:prstGeom prst="roundRect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10 Llamada rectangular"/>
          <p:cNvSpPr/>
          <p:nvPr/>
        </p:nvSpPr>
        <p:spPr>
          <a:xfrm>
            <a:off x="3491880" y="4602871"/>
            <a:ext cx="2086787" cy="554321"/>
          </a:xfrm>
          <a:prstGeom prst="wedgeRectCallout">
            <a:avLst>
              <a:gd name="adj1" fmla="val -73432"/>
              <a:gd name="adj2" fmla="val 12838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Pulsar sobre el link del mensaje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467544" y="4221088"/>
            <a:ext cx="2808312" cy="28803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900" b="1" i="1" dirty="0" smtClean="0">
                <a:solidFill>
                  <a:schemeClr val="tx1"/>
                </a:solidFill>
              </a:rPr>
              <a:t>Additional Instructions:</a:t>
            </a:r>
            <a:endParaRPr lang="es-ES" sz="900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940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9591-2568-4DE8-9BFD-2ABD54E1DEC4}" type="slidenum">
              <a:rPr lang="es-ES" smtClean="0"/>
              <a:pPr/>
              <a:t>4</a:t>
            </a:fld>
            <a:endParaRPr lang="es-E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53" y="4054751"/>
            <a:ext cx="7874260" cy="25487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4 Rectángulo redondeado"/>
          <p:cNvSpPr/>
          <p:nvPr/>
        </p:nvSpPr>
        <p:spPr>
          <a:xfrm>
            <a:off x="6747831" y="5877272"/>
            <a:ext cx="1187653" cy="28803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5 Rectángulo redondeado"/>
          <p:cNvSpPr/>
          <p:nvPr/>
        </p:nvSpPr>
        <p:spPr>
          <a:xfrm>
            <a:off x="7963193" y="5877272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6 Llamada rectangular"/>
          <p:cNvSpPr/>
          <p:nvPr/>
        </p:nvSpPr>
        <p:spPr>
          <a:xfrm>
            <a:off x="7407658" y="5317440"/>
            <a:ext cx="1584176" cy="330050"/>
          </a:xfrm>
          <a:prstGeom prst="wedgeRectCallout">
            <a:avLst>
              <a:gd name="adj1" fmla="val -13706"/>
              <a:gd name="adj2" fmla="val 116430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Hay l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íneas 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pedido que deben facturarse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251521" y="1043444"/>
            <a:ext cx="7128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254061"/>
                </a:solidFill>
              </a:rPr>
              <a:t>FACTURACIÓN </a:t>
            </a:r>
            <a:r>
              <a:rPr lang="es-ES" b="1" dirty="0" smtClean="0">
                <a:solidFill>
                  <a:srgbClr val="254061"/>
                </a:solidFill>
              </a:rPr>
              <a:t>II</a:t>
            </a:r>
            <a:endParaRPr lang="en-US" b="1" dirty="0">
              <a:solidFill>
                <a:srgbClr val="254061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43" y="1412777"/>
            <a:ext cx="5885468" cy="257814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0" name="9 Llamada rectangular"/>
          <p:cNvSpPr/>
          <p:nvPr/>
        </p:nvSpPr>
        <p:spPr>
          <a:xfrm>
            <a:off x="5797823" y="2375386"/>
            <a:ext cx="1955510" cy="326465"/>
          </a:xfrm>
          <a:prstGeom prst="wedgeRectCallout">
            <a:avLst>
              <a:gd name="adj1" fmla="val -35355"/>
              <a:gd name="adj2" fmla="val 154378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Debe facturarse algún portador de este proyecto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10 Rectángulo redondeado"/>
          <p:cNvSpPr/>
          <p:nvPr/>
        </p:nvSpPr>
        <p:spPr>
          <a:xfrm>
            <a:off x="6303520" y="3093747"/>
            <a:ext cx="328507" cy="20271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11 Rectángulo redondeado"/>
          <p:cNvSpPr/>
          <p:nvPr/>
        </p:nvSpPr>
        <p:spPr>
          <a:xfrm>
            <a:off x="5167292" y="3070904"/>
            <a:ext cx="984651" cy="248398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641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9591-2568-4DE8-9BFD-2ABD54E1DEC4}" type="slidenum">
              <a:rPr lang="es-ES" smtClean="0"/>
              <a:pPr/>
              <a:t>5</a:t>
            </a:fld>
            <a:endParaRPr lang="es-ES" dirty="0"/>
          </a:p>
        </p:txBody>
      </p:sp>
      <p:grpSp>
        <p:nvGrpSpPr>
          <p:cNvPr id="3" name="2 Grupo"/>
          <p:cNvGrpSpPr/>
          <p:nvPr/>
        </p:nvGrpSpPr>
        <p:grpSpPr>
          <a:xfrm>
            <a:off x="315576" y="2872611"/>
            <a:ext cx="8005280" cy="3580725"/>
            <a:chOff x="315576" y="1959867"/>
            <a:chExt cx="8005280" cy="3580725"/>
          </a:xfrm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576" y="1959867"/>
              <a:ext cx="8005280" cy="3580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26049" y="3580107"/>
              <a:ext cx="1350368" cy="54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7 CuadroTexto"/>
          <p:cNvSpPr txBox="1"/>
          <p:nvPr/>
        </p:nvSpPr>
        <p:spPr>
          <a:xfrm>
            <a:off x="251521" y="1043444"/>
            <a:ext cx="7128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254061"/>
                </a:solidFill>
              </a:rPr>
              <a:t>FACTURACIÓN </a:t>
            </a:r>
            <a:r>
              <a:rPr lang="es-ES" b="1" dirty="0" smtClean="0">
                <a:solidFill>
                  <a:srgbClr val="254061"/>
                </a:solidFill>
              </a:rPr>
              <a:t>III</a:t>
            </a:r>
            <a:endParaRPr lang="en-US" b="1" dirty="0">
              <a:solidFill>
                <a:srgbClr val="254061"/>
              </a:solidFill>
            </a:endParaRPr>
          </a:p>
        </p:txBody>
      </p:sp>
      <p:sp>
        <p:nvSpPr>
          <p:cNvPr id="9" name="8 Rectángulo redondeado"/>
          <p:cNvSpPr/>
          <p:nvPr/>
        </p:nvSpPr>
        <p:spPr>
          <a:xfrm>
            <a:off x="539552" y="3828567"/>
            <a:ext cx="504056" cy="45139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9 Rectángulo redondeado"/>
          <p:cNvSpPr/>
          <p:nvPr/>
        </p:nvSpPr>
        <p:spPr>
          <a:xfrm>
            <a:off x="1128234" y="3718919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10 Llamada rectangular"/>
          <p:cNvSpPr/>
          <p:nvPr/>
        </p:nvSpPr>
        <p:spPr>
          <a:xfrm>
            <a:off x="2040421" y="3674661"/>
            <a:ext cx="1775495" cy="304983"/>
          </a:xfrm>
          <a:prstGeom prst="wedgeRectCallout">
            <a:avLst>
              <a:gd name="adj1" fmla="val -83041"/>
              <a:gd name="adj2" fmla="val 13367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Pulsar sobre “</a:t>
            </a:r>
            <a:r>
              <a:rPr lang="es-ES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Invoice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11 Rectángulo redondeado"/>
          <p:cNvSpPr/>
          <p:nvPr/>
        </p:nvSpPr>
        <p:spPr>
          <a:xfrm>
            <a:off x="7380312" y="4164543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12 Rectángulo redondeado"/>
          <p:cNvSpPr/>
          <p:nvPr/>
        </p:nvSpPr>
        <p:spPr>
          <a:xfrm>
            <a:off x="6531670" y="4511565"/>
            <a:ext cx="1321575" cy="1198331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13 Llamada rectangular"/>
          <p:cNvSpPr/>
          <p:nvPr/>
        </p:nvSpPr>
        <p:spPr>
          <a:xfrm>
            <a:off x="6156176" y="3674661"/>
            <a:ext cx="1960359" cy="446939"/>
          </a:xfrm>
          <a:prstGeom prst="wedgeRectCallout">
            <a:avLst>
              <a:gd name="adj1" fmla="val -13706"/>
              <a:gd name="adj2" fmla="val 116430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Tras emitir la factura, se debe Introducir 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número de factura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315576" y="1556792"/>
            <a:ext cx="8005280" cy="10801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ES" sz="1100" b="1" i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b="1" i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b="1" i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r>
              <a:rPr lang="es-ES" sz="11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Número de posición o posiciones del pedido de cliente con  el que </a:t>
            </a:r>
            <a:r>
              <a:rPr lang="es-E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corresponde </a:t>
            </a:r>
            <a:r>
              <a:rPr lang="es-E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E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portador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%:</a:t>
            </a:r>
            <a:r>
              <a:rPr lang="es-E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Porcentaje que se factura. El valor por defecto es 100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b="1" i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Amount</a:t>
            </a:r>
            <a:r>
              <a:rPr lang="es-ES" sz="11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Cantidad que debe facturarse</a:t>
            </a:r>
            <a:r>
              <a:rPr lang="es-ES" sz="11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Si el valor es 0, ese portador no deberá aparecer en la factura. </a:t>
            </a:r>
            <a:r>
              <a:rPr lang="es-E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permiten DOS decimales</a:t>
            </a:r>
            <a:r>
              <a:rPr lang="es-E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Currency</a:t>
            </a:r>
            <a:r>
              <a:rPr lang="es-ES" sz="11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Moneda en la que se factura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Additional Instructions:</a:t>
            </a:r>
            <a:r>
              <a:rPr lang="es-E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Instrucciones/aclaraciones para el facturador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11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100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ES" sz="11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47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81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4406</TotalTime>
  <Words>208</Words>
  <Application>Microsoft Office PowerPoint</Application>
  <PresentationFormat>Presentación en pantalla (4:3)</PresentationFormat>
  <Paragraphs>50</Paragraphs>
  <Slides>5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Maite Olivares Beobide</dc:creator>
  <cp:lastModifiedBy>Maite Olivares Beobide</cp:lastModifiedBy>
  <cp:revision>640</cp:revision>
  <dcterms:created xsi:type="dcterms:W3CDTF">2016-09-22T15:22:34Z</dcterms:created>
  <dcterms:modified xsi:type="dcterms:W3CDTF">2021-02-12T11:19:12Z</dcterms:modified>
</cp:coreProperties>
</file>