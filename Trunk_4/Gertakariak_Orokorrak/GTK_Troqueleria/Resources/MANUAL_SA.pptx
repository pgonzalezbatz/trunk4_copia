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diagrams/drawing2.xml" ContentType="application/vnd.ms-office.drawingml.diagramDrawing+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diagrams/layout1.xml" ContentType="application/vnd.openxmlformats-officedocument.drawingml.diagramLayout+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slides/slide89.xml" ContentType="application/vnd.openxmlformats-officedocument.presentationml.slide+xml"/>
  <Override PartName="/ppt/slides/slide98.xml" ContentType="application/vnd.openxmlformats-officedocument.presentationml.slide+xml"/>
  <Override PartName="/ppt/diagrams/data3.xml" ContentType="application/vnd.openxmlformats-officedocument.drawingml.diagramData+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data4.xml" ContentType="application/vnd.openxmlformats-officedocument.drawingml.diagramData+xml"/>
  <Override PartName="/ppt/slides/slide7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diagrams/colors2.xml" ContentType="application/vnd.openxmlformats-officedocument.drawingml.diagramColors+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9"/>
  </p:notesMasterIdLst>
  <p:sldIdLst>
    <p:sldId id="348" r:id="rId2"/>
    <p:sldId id="256" r:id="rId3"/>
    <p:sldId id="257" r:id="rId4"/>
    <p:sldId id="267" r:id="rId5"/>
    <p:sldId id="300" r:id="rId6"/>
    <p:sldId id="258" r:id="rId7"/>
    <p:sldId id="368" r:id="rId8"/>
    <p:sldId id="259" r:id="rId9"/>
    <p:sldId id="260" r:id="rId10"/>
    <p:sldId id="350" r:id="rId11"/>
    <p:sldId id="351" r:id="rId12"/>
    <p:sldId id="355" r:id="rId13"/>
    <p:sldId id="268" r:id="rId14"/>
    <p:sldId id="261" r:id="rId15"/>
    <p:sldId id="262" r:id="rId16"/>
    <p:sldId id="263" r:id="rId17"/>
    <p:sldId id="264" r:id="rId18"/>
    <p:sldId id="265" r:id="rId19"/>
    <p:sldId id="266" r:id="rId20"/>
    <p:sldId id="276" r:id="rId21"/>
    <p:sldId id="269" r:id="rId22"/>
    <p:sldId id="270" r:id="rId23"/>
    <p:sldId id="271" r:id="rId24"/>
    <p:sldId id="272" r:id="rId25"/>
    <p:sldId id="273" r:id="rId26"/>
    <p:sldId id="275" r:id="rId27"/>
    <p:sldId id="274" r:id="rId28"/>
    <p:sldId id="277" r:id="rId29"/>
    <p:sldId id="278" r:id="rId30"/>
    <p:sldId id="279" r:id="rId31"/>
    <p:sldId id="280" r:id="rId32"/>
    <p:sldId id="281" r:id="rId33"/>
    <p:sldId id="282" r:id="rId34"/>
    <p:sldId id="283" r:id="rId35"/>
    <p:sldId id="284" r:id="rId36"/>
    <p:sldId id="287" r:id="rId37"/>
    <p:sldId id="286" r:id="rId38"/>
    <p:sldId id="288" r:id="rId39"/>
    <p:sldId id="290" r:id="rId40"/>
    <p:sldId id="291" r:id="rId41"/>
    <p:sldId id="289" r:id="rId42"/>
    <p:sldId id="292" r:id="rId43"/>
    <p:sldId id="293" r:id="rId44"/>
    <p:sldId id="294" r:id="rId45"/>
    <p:sldId id="344" r:id="rId46"/>
    <p:sldId id="345" r:id="rId47"/>
    <p:sldId id="296" r:id="rId48"/>
    <p:sldId id="295" r:id="rId49"/>
    <p:sldId id="297" r:id="rId50"/>
    <p:sldId id="357" r:id="rId51"/>
    <p:sldId id="359" r:id="rId52"/>
    <p:sldId id="358" r:id="rId53"/>
    <p:sldId id="363" r:id="rId54"/>
    <p:sldId id="364" r:id="rId55"/>
    <p:sldId id="356" r:id="rId56"/>
    <p:sldId id="301" r:id="rId57"/>
    <p:sldId id="302" r:id="rId58"/>
    <p:sldId id="304" r:id="rId59"/>
    <p:sldId id="303" r:id="rId60"/>
    <p:sldId id="374" r:id="rId61"/>
    <p:sldId id="305" r:id="rId62"/>
    <p:sldId id="306" r:id="rId63"/>
    <p:sldId id="352" r:id="rId64"/>
    <p:sldId id="353" r:id="rId65"/>
    <p:sldId id="354" r:id="rId66"/>
    <p:sldId id="307" r:id="rId67"/>
    <p:sldId id="308" r:id="rId68"/>
    <p:sldId id="309" r:id="rId69"/>
    <p:sldId id="310" r:id="rId70"/>
    <p:sldId id="311" r:id="rId71"/>
    <p:sldId id="312" r:id="rId72"/>
    <p:sldId id="313" r:id="rId73"/>
    <p:sldId id="314" r:id="rId74"/>
    <p:sldId id="315" r:id="rId75"/>
    <p:sldId id="316" r:id="rId76"/>
    <p:sldId id="317" r:id="rId77"/>
    <p:sldId id="318"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 id="331" r:id="rId91"/>
    <p:sldId id="332" r:id="rId92"/>
    <p:sldId id="333" r:id="rId93"/>
    <p:sldId id="334" r:id="rId94"/>
    <p:sldId id="335" r:id="rId95"/>
    <p:sldId id="336" r:id="rId96"/>
    <p:sldId id="337" r:id="rId97"/>
    <p:sldId id="338" r:id="rId98"/>
    <p:sldId id="346" r:id="rId99"/>
    <p:sldId id="375" r:id="rId100"/>
    <p:sldId id="339" r:id="rId101"/>
    <p:sldId id="340" r:id="rId102"/>
    <p:sldId id="341" r:id="rId103"/>
    <p:sldId id="360" r:id="rId104"/>
    <p:sldId id="361" r:id="rId105"/>
    <p:sldId id="362" r:id="rId106"/>
    <p:sldId id="365" r:id="rId107"/>
    <p:sldId id="366" r:id="rId10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FF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89" autoAdjust="0"/>
  </p:normalViewPr>
  <p:slideViewPr>
    <p:cSldViewPr>
      <p:cViewPr varScale="1">
        <p:scale>
          <a:sx n="97" d="100"/>
          <a:sy n="97" d="100"/>
        </p:scale>
        <p:origin x="-300"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D0157-0748-4105-890E-634CD92E15D1}" type="doc">
      <dgm:prSet loTypeId="urn:microsoft.com/office/officeart/2005/8/layout/pyramid1" loCatId="pyramid" qsTypeId="urn:microsoft.com/office/officeart/2005/8/quickstyle/simple1" qsCatId="simple" csTypeId="urn:microsoft.com/office/officeart/2005/8/colors/accent0_1" csCatId="mainScheme" phldr="1"/>
      <dgm:spPr/>
    </dgm:pt>
    <dgm:pt modelId="{2BA672BD-EF81-4C54-98CF-99A8693324A0}">
      <dgm:prSet phldrT="[Texto]" custT="1"/>
      <dgm:spPr/>
      <dgm:t>
        <a:bodyPr/>
        <a:lstStyle/>
        <a:p>
          <a:r>
            <a:rPr lang="es-ES" sz="1800" dirty="0" smtClean="0"/>
            <a:t>ADMIN</a:t>
          </a:r>
          <a:endParaRPr lang="es-ES" sz="1800" dirty="0"/>
        </a:p>
      </dgm:t>
    </dgm:pt>
    <dgm:pt modelId="{5AA121B4-EADC-434D-9C1E-DDA4DB402F7B}" type="parTrans" cxnId="{69B86F44-9993-4C1A-8993-F4576FADD6A6}">
      <dgm:prSet/>
      <dgm:spPr/>
      <dgm:t>
        <a:bodyPr/>
        <a:lstStyle/>
        <a:p>
          <a:endParaRPr lang="es-ES"/>
        </a:p>
      </dgm:t>
    </dgm:pt>
    <dgm:pt modelId="{02BFEED3-7009-44B5-8707-B40CDE405AEA}" type="sibTrans" cxnId="{69B86F44-9993-4C1A-8993-F4576FADD6A6}">
      <dgm:prSet/>
      <dgm:spPr/>
      <dgm:t>
        <a:bodyPr/>
        <a:lstStyle/>
        <a:p>
          <a:endParaRPr lang="es-ES"/>
        </a:p>
      </dgm:t>
    </dgm:pt>
    <dgm:pt modelId="{7A170592-D544-49FF-8329-9A572911B588}">
      <dgm:prSet phldrT="[Texto]" custT="1"/>
      <dgm:spPr/>
      <dgm:t>
        <a:bodyPr/>
        <a:lstStyle/>
        <a:p>
          <a:r>
            <a:rPr lang="es-ES" sz="1800" dirty="0" smtClean="0"/>
            <a:t>GESTORES</a:t>
          </a:r>
          <a:endParaRPr lang="es-ES" sz="1800" dirty="0"/>
        </a:p>
      </dgm:t>
    </dgm:pt>
    <dgm:pt modelId="{E2E6BEF9-3B69-49FA-812C-0F8477D635EA}" type="parTrans" cxnId="{D15FF824-4730-4034-9E12-835BF9E7B5D5}">
      <dgm:prSet/>
      <dgm:spPr/>
      <dgm:t>
        <a:bodyPr/>
        <a:lstStyle/>
        <a:p>
          <a:endParaRPr lang="es-ES"/>
        </a:p>
      </dgm:t>
    </dgm:pt>
    <dgm:pt modelId="{A08FDDFB-8405-48A6-AF4F-063AA806F29D}" type="sibTrans" cxnId="{D15FF824-4730-4034-9E12-835BF9E7B5D5}">
      <dgm:prSet/>
      <dgm:spPr/>
      <dgm:t>
        <a:bodyPr/>
        <a:lstStyle/>
        <a:p>
          <a:endParaRPr lang="es-ES"/>
        </a:p>
      </dgm:t>
    </dgm:pt>
    <dgm:pt modelId="{9FDB9B38-4C4E-4CFE-ABD2-D7F238857FEA}">
      <dgm:prSet phldrT="[Texto]" custT="1"/>
      <dgm:spPr/>
      <dgm:t>
        <a:bodyPr/>
        <a:lstStyle/>
        <a:p>
          <a:r>
            <a:rPr lang="es-ES" sz="1800" dirty="0" smtClean="0"/>
            <a:t>USUARIOS NO DADOS DE ALTA EN LA APLICACIÓN</a:t>
          </a:r>
          <a:endParaRPr lang="es-ES" sz="1800" dirty="0"/>
        </a:p>
      </dgm:t>
    </dgm:pt>
    <dgm:pt modelId="{C743F9FD-4B13-4C5B-B7AF-6117CE5DE634}" type="parTrans" cxnId="{B3F4E9F9-872A-4423-8C63-874E0F9762C5}">
      <dgm:prSet/>
      <dgm:spPr/>
      <dgm:t>
        <a:bodyPr/>
        <a:lstStyle/>
        <a:p>
          <a:endParaRPr lang="es-ES"/>
        </a:p>
      </dgm:t>
    </dgm:pt>
    <dgm:pt modelId="{C8687F1C-3239-4299-B4C3-C7C71756577A}" type="sibTrans" cxnId="{B3F4E9F9-872A-4423-8C63-874E0F9762C5}">
      <dgm:prSet/>
      <dgm:spPr/>
      <dgm:t>
        <a:bodyPr/>
        <a:lstStyle/>
        <a:p>
          <a:endParaRPr lang="es-ES"/>
        </a:p>
      </dgm:t>
    </dgm:pt>
    <dgm:pt modelId="{526024F6-A728-4BB2-A756-743155A0A2EF}" type="pres">
      <dgm:prSet presAssocID="{097D0157-0748-4105-890E-634CD92E15D1}" presName="Name0" presStyleCnt="0">
        <dgm:presLayoutVars>
          <dgm:dir/>
          <dgm:animLvl val="lvl"/>
          <dgm:resizeHandles val="exact"/>
        </dgm:presLayoutVars>
      </dgm:prSet>
      <dgm:spPr/>
    </dgm:pt>
    <dgm:pt modelId="{75EC84A3-5A5F-47FD-B408-F327D204AD78}" type="pres">
      <dgm:prSet presAssocID="{2BA672BD-EF81-4C54-98CF-99A8693324A0}" presName="Name8" presStyleCnt="0"/>
      <dgm:spPr/>
    </dgm:pt>
    <dgm:pt modelId="{3CFD093C-2BDF-4BA0-A91A-A2DFDD61D140}" type="pres">
      <dgm:prSet presAssocID="{2BA672BD-EF81-4C54-98CF-99A8693324A0}" presName="level" presStyleLbl="node1" presStyleIdx="0" presStyleCnt="3">
        <dgm:presLayoutVars>
          <dgm:chMax val="1"/>
          <dgm:bulletEnabled val="1"/>
        </dgm:presLayoutVars>
      </dgm:prSet>
      <dgm:spPr/>
      <dgm:t>
        <a:bodyPr/>
        <a:lstStyle/>
        <a:p>
          <a:endParaRPr lang="es-ES"/>
        </a:p>
      </dgm:t>
    </dgm:pt>
    <dgm:pt modelId="{832AB86B-4A21-4E29-99E7-E89B743591D7}" type="pres">
      <dgm:prSet presAssocID="{2BA672BD-EF81-4C54-98CF-99A8693324A0}" presName="levelTx" presStyleLbl="revTx" presStyleIdx="0" presStyleCnt="0">
        <dgm:presLayoutVars>
          <dgm:chMax val="1"/>
          <dgm:bulletEnabled val="1"/>
        </dgm:presLayoutVars>
      </dgm:prSet>
      <dgm:spPr/>
      <dgm:t>
        <a:bodyPr/>
        <a:lstStyle/>
        <a:p>
          <a:endParaRPr lang="es-ES"/>
        </a:p>
      </dgm:t>
    </dgm:pt>
    <dgm:pt modelId="{9AAD65DC-AB84-4C09-9449-7D58FA279D8C}" type="pres">
      <dgm:prSet presAssocID="{7A170592-D544-49FF-8329-9A572911B588}" presName="Name8" presStyleCnt="0"/>
      <dgm:spPr/>
    </dgm:pt>
    <dgm:pt modelId="{74072322-2F7D-49DD-8B38-5380F64091C6}" type="pres">
      <dgm:prSet presAssocID="{7A170592-D544-49FF-8329-9A572911B588}" presName="level" presStyleLbl="node1" presStyleIdx="1" presStyleCnt="3">
        <dgm:presLayoutVars>
          <dgm:chMax val="1"/>
          <dgm:bulletEnabled val="1"/>
        </dgm:presLayoutVars>
      </dgm:prSet>
      <dgm:spPr/>
      <dgm:t>
        <a:bodyPr/>
        <a:lstStyle/>
        <a:p>
          <a:endParaRPr lang="es-ES"/>
        </a:p>
      </dgm:t>
    </dgm:pt>
    <dgm:pt modelId="{18880D60-C27B-4698-8537-42695BC7BA2F}" type="pres">
      <dgm:prSet presAssocID="{7A170592-D544-49FF-8329-9A572911B588}" presName="levelTx" presStyleLbl="revTx" presStyleIdx="0" presStyleCnt="0">
        <dgm:presLayoutVars>
          <dgm:chMax val="1"/>
          <dgm:bulletEnabled val="1"/>
        </dgm:presLayoutVars>
      </dgm:prSet>
      <dgm:spPr/>
      <dgm:t>
        <a:bodyPr/>
        <a:lstStyle/>
        <a:p>
          <a:endParaRPr lang="es-ES"/>
        </a:p>
      </dgm:t>
    </dgm:pt>
    <dgm:pt modelId="{35361B1F-C305-4FC7-859E-85247C56646C}" type="pres">
      <dgm:prSet presAssocID="{9FDB9B38-4C4E-4CFE-ABD2-D7F238857FEA}" presName="Name8" presStyleCnt="0"/>
      <dgm:spPr/>
    </dgm:pt>
    <dgm:pt modelId="{4530CD9A-E43D-4E88-BDBC-BBEC35269A06}" type="pres">
      <dgm:prSet presAssocID="{9FDB9B38-4C4E-4CFE-ABD2-D7F238857FEA}" presName="level" presStyleLbl="node1" presStyleIdx="2" presStyleCnt="3">
        <dgm:presLayoutVars>
          <dgm:chMax val="1"/>
          <dgm:bulletEnabled val="1"/>
        </dgm:presLayoutVars>
      </dgm:prSet>
      <dgm:spPr/>
      <dgm:t>
        <a:bodyPr/>
        <a:lstStyle/>
        <a:p>
          <a:endParaRPr lang="es-ES"/>
        </a:p>
      </dgm:t>
    </dgm:pt>
    <dgm:pt modelId="{0B5D87A6-7BB1-4D5D-9844-0C2AC5B34EE7}" type="pres">
      <dgm:prSet presAssocID="{9FDB9B38-4C4E-4CFE-ABD2-D7F238857FEA}" presName="levelTx" presStyleLbl="revTx" presStyleIdx="0" presStyleCnt="0">
        <dgm:presLayoutVars>
          <dgm:chMax val="1"/>
          <dgm:bulletEnabled val="1"/>
        </dgm:presLayoutVars>
      </dgm:prSet>
      <dgm:spPr/>
      <dgm:t>
        <a:bodyPr/>
        <a:lstStyle/>
        <a:p>
          <a:endParaRPr lang="es-ES"/>
        </a:p>
      </dgm:t>
    </dgm:pt>
  </dgm:ptLst>
  <dgm:cxnLst>
    <dgm:cxn modelId="{7B15B63E-6223-4554-8B06-E070931B22E0}" type="presOf" srcId="{7A170592-D544-49FF-8329-9A572911B588}" destId="{18880D60-C27B-4698-8537-42695BC7BA2F}" srcOrd="1" destOrd="0" presId="urn:microsoft.com/office/officeart/2005/8/layout/pyramid1"/>
    <dgm:cxn modelId="{8B8588D4-088F-4BA1-AD4C-B8E75F6938BA}" type="presOf" srcId="{9FDB9B38-4C4E-4CFE-ABD2-D7F238857FEA}" destId="{4530CD9A-E43D-4E88-BDBC-BBEC35269A06}" srcOrd="0" destOrd="0" presId="urn:microsoft.com/office/officeart/2005/8/layout/pyramid1"/>
    <dgm:cxn modelId="{A18854A3-B175-4677-A157-2081AC8952FC}" type="presOf" srcId="{097D0157-0748-4105-890E-634CD92E15D1}" destId="{526024F6-A728-4BB2-A756-743155A0A2EF}" srcOrd="0" destOrd="0" presId="urn:microsoft.com/office/officeart/2005/8/layout/pyramid1"/>
    <dgm:cxn modelId="{D15FF824-4730-4034-9E12-835BF9E7B5D5}" srcId="{097D0157-0748-4105-890E-634CD92E15D1}" destId="{7A170592-D544-49FF-8329-9A572911B588}" srcOrd="1" destOrd="0" parTransId="{E2E6BEF9-3B69-49FA-812C-0F8477D635EA}" sibTransId="{A08FDDFB-8405-48A6-AF4F-063AA806F29D}"/>
    <dgm:cxn modelId="{95728DE1-8A63-4C16-B53B-5B6122D40FEA}" type="presOf" srcId="{9FDB9B38-4C4E-4CFE-ABD2-D7F238857FEA}" destId="{0B5D87A6-7BB1-4D5D-9844-0C2AC5B34EE7}" srcOrd="1" destOrd="0" presId="urn:microsoft.com/office/officeart/2005/8/layout/pyramid1"/>
    <dgm:cxn modelId="{69B86F44-9993-4C1A-8993-F4576FADD6A6}" srcId="{097D0157-0748-4105-890E-634CD92E15D1}" destId="{2BA672BD-EF81-4C54-98CF-99A8693324A0}" srcOrd="0" destOrd="0" parTransId="{5AA121B4-EADC-434D-9C1E-DDA4DB402F7B}" sibTransId="{02BFEED3-7009-44B5-8707-B40CDE405AEA}"/>
    <dgm:cxn modelId="{B3F4E9F9-872A-4423-8C63-874E0F9762C5}" srcId="{097D0157-0748-4105-890E-634CD92E15D1}" destId="{9FDB9B38-4C4E-4CFE-ABD2-D7F238857FEA}" srcOrd="2" destOrd="0" parTransId="{C743F9FD-4B13-4C5B-B7AF-6117CE5DE634}" sibTransId="{C8687F1C-3239-4299-B4C3-C7C71756577A}"/>
    <dgm:cxn modelId="{7575CFB1-4E0A-4324-80B1-272539EA2812}" type="presOf" srcId="{7A170592-D544-49FF-8329-9A572911B588}" destId="{74072322-2F7D-49DD-8B38-5380F64091C6}" srcOrd="0" destOrd="0" presId="urn:microsoft.com/office/officeart/2005/8/layout/pyramid1"/>
    <dgm:cxn modelId="{53CE812E-AE27-49C8-9DC4-45DA1BA68FAE}" type="presOf" srcId="{2BA672BD-EF81-4C54-98CF-99A8693324A0}" destId="{3CFD093C-2BDF-4BA0-A91A-A2DFDD61D140}" srcOrd="0" destOrd="0" presId="urn:microsoft.com/office/officeart/2005/8/layout/pyramid1"/>
    <dgm:cxn modelId="{7A87653F-C7BB-4F86-B2D7-CB6DF690AD08}" type="presOf" srcId="{2BA672BD-EF81-4C54-98CF-99A8693324A0}" destId="{832AB86B-4A21-4E29-99E7-E89B743591D7}" srcOrd="1" destOrd="0" presId="urn:microsoft.com/office/officeart/2005/8/layout/pyramid1"/>
    <dgm:cxn modelId="{43F1447F-5FEF-4923-9E4F-531B8393878F}" type="presParOf" srcId="{526024F6-A728-4BB2-A756-743155A0A2EF}" destId="{75EC84A3-5A5F-47FD-B408-F327D204AD78}" srcOrd="0" destOrd="0" presId="urn:microsoft.com/office/officeart/2005/8/layout/pyramid1"/>
    <dgm:cxn modelId="{DAEC5C53-6361-45EA-A576-EBF19964AE2C}" type="presParOf" srcId="{75EC84A3-5A5F-47FD-B408-F327D204AD78}" destId="{3CFD093C-2BDF-4BA0-A91A-A2DFDD61D140}" srcOrd="0" destOrd="0" presId="urn:microsoft.com/office/officeart/2005/8/layout/pyramid1"/>
    <dgm:cxn modelId="{486E258D-2ECB-445D-97B4-78E6323BCAD6}" type="presParOf" srcId="{75EC84A3-5A5F-47FD-B408-F327D204AD78}" destId="{832AB86B-4A21-4E29-99E7-E89B743591D7}" srcOrd="1" destOrd="0" presId="urn:microsoft.com/office/officeart/2005/8/layout/pyramid1"/>
    <dgm:cxn modelId="{23A71A8D-1F63-45FE-892D-2286868404CA}" type="presParOf" srcId="{526024F6-A728-4BB2-A756-743155A0A2EF}" destId="{9AAD65DC-AB84-4C09-9449-7D58FA279D8C}" srcOrd="1" destOrd="0" presId="urn:microsoft.com/office/officeart/2005/8/layout/pyramid1"/>
    <dgm:cxn modelId="{071C3280-A255-4D72-93A9-2539400E7D84}" type="presParOf" srcId="{9AAD65DC-AB84-4C09-9449-7D58FA279D8C}" destId="{74072322-2F7D-49DD-8B38-5380F64091C6}" srcOrd="0" destOrd="0" presId="urn:microsoft.com/office/officeart/2005/8/layout/pyramid1"/>
    <dgm:cxn modelId="{35D2C25D-5917-4672-86F7-803DB5FE76BD}" type="presParOf" srcId="{9AAD65DC-AB84-4C09-9449-7D58FA279D8C}" destId="{18880D60-C27B-4698-8537-42695BC7BA2F}" srcOrd="1" destOrd="0" presId="urn:microsoft.com/office/officeart/2005/8/layout/pyramid1"/>
    <dgm:cxn modelId="{6514EB3C-281E-43FF-9BD7-18F8ABFD6372}" type="presParOf" srcId="{526024F6-A728-4BB2-A756-743155A0A2EF}" destId="{35361B1F-C305-4FC7-859E-85247C56646C}" srcOrd="2" destOrd="0" presId="urn:microsoft.com/office/officeart/2005/8/layout/pyramid1"/>
    <dgm:cxn modelId="{F5E86953-EB1F-4971-95D5-11C69860389E}" type="presParOf" srcId="{35361B1F-C305-4FC7-859E-85247C56646C}" destId="{4530CD9A-E43D-4E88-BDBC-BBEC35269A06}" srcOrd="0" destOrd="0" presId="urn:microsoft.com/office/officeart/2005/8/layout/pyramid1"/>
    <dgm:cxn modelId="{3CAEF399-E1A6-4407-A5EF-EE21E1263713}" type="presParOf" srcId="{35361B1F-C305-4FC7-859E-85247C56646C}" destId="{0B5D87A6-7BB1-4D5D-9844-0C2AC5B34EE7}" srcOrd="1" destOrd="0" presId="urn:microsoft.com/office/officeart/2005/8/layout/pyramid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C314E4-9C6D-4C8E-8762-64F169F3F937}" type="doc">
      <dgm:prSet loTypeId="urn:microsoft.com/office/officeart/2005/8/layout/bProcess3" loCatId="process" qsTypeId="urn:microsoft.com/office/officeart/2005/8/quickstyle/simple1" qsCatId="simple" csTypeId="urn:microsoft.com/office/officeart/2005/8/colors/accent0_1" csCatId="mainScheme" phldr="1"/>
      <dgm:spPr/>
      <dgm:t>
        <a:bodyPr/>
        <a:lstStyle/>
        <a:p>
          <a:endParaRPr lang="es-ES"/>
        </a:p>
      </dgm:t>
    </dgm:pt>
    <dgm:pt modelId="{C9A4884A-9CFF-4E80-897C-EA951BCFA293}">
      <dgm:prSet phldrT="[Texto]"/>
      <dgm:spPr/>
      <dgm:t>
        <a:bodyPr/>
        <a:lstStyle/>
        <a:p>
          <a:r>
            <a:rPr lang="es-ES" b="1" dirty="0"/>
            <a:t>Crear la NC</a:t>
          </a:r>
        </a:p>
        <a:p>
          <a:r>
            <a:rPr lang="es-ES" dirty="0">
              <a:solidFill>
                <a:srgbClr val="FF0000"/>
              </a:solidFill>
            </a:rPr>
            <a:t>(Creador en reunión preliminar)</a:t>
          </a:r>
        </a:p>
      </dgm:t>
    </dgm:pt>
    <dgm:pt modelId="{C918C275-1DCB-447B-9DCE-FD57BD30B801}" type="parTrans" cxnId="{BBC54594-1BE1-42DB-82C6-0DB8CDB4E60A}">
      <dgm:prSet/>
      <dgm:spPr/>
      <dgm:t>
        <a:bodyPr/>
        <a:lstStyle/>
        <a:p>
          <a:endParaRPr lang="es-ES"/>
        </a:p>
      </dgm:t>
    </dgm:pt>
    <dgm:pt modelId="{EDD25D10-71CD-4D21-9309-25D70A6EEECF}" type="sibTrans" cxnId="{BBC54594-1BE1-42DB-82C6-0DB8CDB4E60A}">
      <dgm:prSet/>
      <dgm:spPr/>
      <dgm:t>
        <a:bodyPr/>
        <a:lstStyle/>
        <a:p>
          <a:endParaRPr lang="es-ES"/>
        </a:p>
      </dgm:t>
    </dgm:pt>
    <dgm:pt modelId="{DC560DB6-1911-4080-8F3D-94CA943B557C}">
      <dgm:prSet phldrT="[Texto]"/>
      <dgm:spPr/>
      <dgm:t>
        <a:bodyPr/>
        <a:lstStyle/>
        <a:p>
          <a:r>
            <a:rPr lang="es-ES" b="1" dirty="0" smtClean="0"/>
            <a:t>Cumplimentación </a:t>
          </a:r>
        </a:p>
        <a:p>
          <a:r>
            <a:rPr lang="es-ES" b="1" dirty="0" smtClean="0"/>
            <a:t>Etapa </a:t>
          </a:r>
          <a:r>
            <a:rPr lang="es-ES" b="1" dirty="0"/>
            <a:t>7-8</a:t>
          </a:r>
        </a:p>
        <a:p>
          <a:r>
            <a:rPr lang="es-ES" dirty="0" smtClean="0">
              <a:solidFill>
                <a:srgbClr val="FF0000"/>
              </a:solidFill>
            </a:rPr>
            <a:t>(Responsable)</a:t>
          </a:r>
          <a:endParaRPr lang="es-ES" dirty="0"/>
        </a:p>
      </dgm:t>
    </dgm:pt>
    <dgm:pt modelId="{301B6F00-8D18-4B5B-A442-1B2AF318F086}" type="parTrans" cxnId="{71687635-4E8C-480B-8509-8A6396DED4FA}">
      <dgm:prSet/>
      <dgm:spPr/>
      <dgm:t>
        <a:bodyPr/>
        <a:lstStyle/>
        <a:p>
          <a:endParaRPr lang="es-ES"/>
        </a:p>
      </dgm:t>
    </dgm:pt>
    <dgm:pt modelId="{0C6A8E10-B4BF-41F0-B1A8-9F468C05D86D}" type="sibTrans" cxnId="{71687635-4E8C-480B-8509-8A6396DED4FA}">
      <dgm:prSet/>
      <dgm:spPr/>
      <dgm:t>
        <a:bodyPr/>
        <a:lstStyle/>
        <a:p>
          <a:endParaRPr lang="es-ES"/>
        </a:p>
      </dgm:t>
    </dgm:pt>
    <dgm:pt modelId="{E2D2957E-5B8F-4110-A981-772A28256914}">
      <dgm:prSet phldrT="[Texto]"/>
      <dgm:spPr/>
      <dgm:t>
        <a:bodyPr/>
        <a:lstStyle/>
        <a:p>
          <a:r>
            <a:rPr lang="es-ES" b="1" dirty="0"/>
            <a:t>Notificar la NC </a:t>
          </a:r>
          <a:endParaRPr lang="es-ES" b="1" dirty="0" smtClean="0"/>
        </a:p>
        <a:p>
          <a:r>
            <a:rPr lang="es-ES" b="1" dirty="0" smtClean="0">
              <a:solidFill>
                <a:srgbClr val="FF0000"/>
              </a:solidFill>
            </a:rPr>
            <a:t> </a:t>
          </a:r>
          <a:r>
            <a:rPr lang="es-ES" dirty="0" smtClean="0">
              <a:solidFill>
                <a:srgbClr val="FF0000"/>
              </a:solidFill>
            </a:rPr>
            <a:t>(Al </a:t>
          </a:r>
          <a:r>
            <a:rPr lang="es-ES" dirty="0">
              <a:solidFill>
                <a:srgbClr val="FF0000"/>
              </a:solidFill>
            </a:rPr>
            <a:t>responsable y perseguidor en </a:t>
          </a:r>
          <a:r>
            <a:rPr lang="es-ES" dirty="0" smtClean="0">
              <a:solidFill>
                <a:srgbClr val="FF0000"/>
              </a:solidFill>
            </a:rPr>
            <a:t>copia)</a:t>
          </a:r>
          <a:endParaRPr lang="es-ES" dirty="0">
            <a:solidFill>
              <a:srgbClr val="FF0000"/>
            </a:solidFill>
          </a:endParaRPr>
        </a:p>
      </dgm:t>
    </dgm:pt>
    <dgm:pt modelId="{F61B090D-58F1-4897-922F-16FF1C2DD98E}" type="parTrans" cxnId="{A4C16BFF-1C72-4300-ACCD-47CCB952B6D9}">
      <dgm:prSet/>
      <dgm:spPr/>
      <dgm:t>
        <a:bodyPr/>
        <a:lstStyle/>
        <a:p>
          <a:endParaRPr lang="es-ES"/>
        </a:p>
      </dgm:t>
    </dgm:pt>
    <dgm:pt modelId="{AE31CD7B-0784-451B-B002-368EE42937A3}" type="sibTrans" cxnId="{A4C16BFF-1C72-4300-ACCD-47CCB952B6D9}">
      <dgm:prSet/>
      <dgm:spPr/>
      <dgm:t>
        <a:bodyPr/>
        <a:lstStyle/>
        <a:p>
          <a:endParaRPr lang="es-ES"/>
        </a:p>
      </dgm:t>
    </dgm:pt>
    <dgm:pt modelId="{ED0A14B0-7AD3-4090-BBC4-2BC884DE8864}">
      <dgm:prSet phldrT="[Texto]"/>
      <dgm:spPr/>
      <dgm:t>
        <a:bodyPr/>
        <a:lstStyle/>
        <a:p>
          <a:r>
            <a:rPr lang="es-ES" b="1" dirty="0" smtClean="0"/>
            <a:t>Cumplimentación </a:t>
          </a:r>
        </a:p>
        <a:p>
          <a:r>
            <a:rPr lang="es-ES" b="1" dirty="0" smtClean="0"/>
            <a:t>Etapa </a:t>
          </a:r>
          <a:r>
            <a:rPr lang="es-ES" b="1" dirty="0"/>
            <a:t>2-4</a:t>
          </a:r>
        </a:p>
        <a:p>
          <a:r>
            <a:rPr lang="es-ES" dirty="0" smtClean="0">
              <a:solidFill>
                <a:srgbClr val="FF0000"/>
              </a:solidFill>
            </a:rPr>
            <a:t>(Responsable)</a:t>
          </a:r>
          <a:endParaRPr lang="es-ES" dirty="0">
            <a:solidFill>
              <a:srgbClr val="FF0000"/>
            </a:solidFill>
          </a:endParaRPr>
        </a:p>
      </dgm:t>
    </dgm:pt>
    <dgm:pt modelId="{71F760DD-AF57-4EE0-A25F-23A71CEDACA9}" type="parTrans" cxnId="{4E6A9501-DBCB-43BC-9569-E1CFA7B681CD}">
      <dgm:prSet/>
      <dgm:spPr/>
      <dgm:t>
        <a:bodyPr/>
        <a:lstStyle/>
        <a:p>
          <a:endParaRPr lang="es-ES"/>
        </a:p>
      </dgm:t>
    </dgm:pt>
    <dgm:pt modelId="{5524A69E-15AA-4982-8854-D9ABBE82A6D2}" type="sibTrans" cxnId="{4E6A9501-DBCB-43BC-9569-E1CFA7B681CD}">
      <dgm:prSet/>
      <dgm:spPr/>
      <dgm:t>
        <a:bodyPr/>
        <a:lstStyle/>
        <a:p>
          <a:endParaRPr lang="es-ES"/>
        </a:p>
      </dgm:t>
    </dgm:pt>
    <dgm:pt modelId="{7BFB8197-52C6-4B01-8ADF-C0573C18E9CA}">
      <dgm:prSet phldrT="[Texto]"/>
      <dgm:spPr/>
      <dgm:t>
        <a:bodyPr/>
        <a:lstStyle/>
        <a:p>
          <a:r>
            <a:rPr lang="es-ES" b="1" dirty="0"/>
            <a:t>Solicitud de aprobación</a:t>
          </a:r>
        </a:p>
        <a:p>
          <a:r>
            <a:rPr lang="es-ES" dirty="0">
              <a:solidFill>
                <a:srgbClr val="FF0000"/>
              </a:solidFill>
            </a:rPr>
            <a:t>(Del responsable al </a:t>
          </a:r>
          <a:r>
            <a:rPr lang="es-ES" dirty="0" smtClean="0">
              <a:solidFill>
                <a:srgbClr val="FF0000"/>
              </a:solidFill>
            </a:rPr>
            <a:t>perseguidor)</a:t>
          </a:r>
          <a:endParaRPr lang="es-ES" dirty="0">
            <a:solidFill>
              <a:srgbClr val="FF0000"/>
            </a:solidFill>
          </a:endParaRPr>
        </a:p>
      </dgm:t>
    </dgm:pt>
    <dgm:pt modelId="{E92162DD-04B7-41C0-A783-56DCB4E06EB0}" type="parTrans" cxnId="{59E9B77C-9D53-4997-9135-5770620D787D}">
      <dgm:prSet/>
      <dgm:spPr/>
      <dgm:t>
        <a:bodyPr/>
        <a:lstStyle/>
        <a:p>
          <a:endParaRPr lang="es-ES"/>
        </a:p>
      </dgm:t>
    </dgm:pt>
    <dgm:pt modelId="{C3B0FCAD-B26F-4888-BCD8-90C75E86DDED}" type="sibTrans" cxnId="{59E9B77C-9D53-4997-9135-5770620D787D}">
      <dgm:prSet/>
      <dgm:spPr/>
      <dgm:t>
        <a:bodyPr/>
        <a:lstStyle/>
        <a:p>
          <a:endParaRPr lang="es-ES"/>
        </a:p>
      </dgm:t>
    </dgm:pt>
    <dgm:pt modelId="{21D40F32-6F3C-408B-94B5-C874AB3C265D}">
      <dgm:prSet phldrT="[Texto]"/>
      <dgm:spPr/>
      <dgm:t>
        <a:bodyPr/>
        <a:lstStyle/>
        <a:p>
          <a:r>
            <a:rPr lang="es-ES" b="1" dirty="0" smtClean="0"/>
            <a:t>Aprobación</a:t>
          </a:r>
          <a:endParaRPr lang="es-ES" b="1" dirty="0"/>
        </a:p>
        <a:p>
          <a:r>
            <a:rPr lang="es-ES" dirty="0" smtClean="0">
              <a:solidFill>
                <a:srgbClr val="FF0000"/>
              </a:solidFill>
            </a:rPr>
            <a:t>(Perseguidor Aprueba)</a:t>
          </a:r>
          <a:endParaRPr lang="es-ES" dirty="0">
            <a:solidFill>
              <a:srgbClr val="FF0000"/>
            </a:solidFill>
          </a:endParaRPr>
        </a:p>
      </dgm:t>
    </dgm:pt>
    <dgm:pt modelId="{5959D257-BCE9-4CC3-AE86-DF0C9FDF5DB2}" type="parTrans" cxnId="{CC6FF52A-77A0-4490-B54A-85CABEEF94B8}">
      <dgm:prSet/>
      <dgm:spPr/>
      <dgm:t>
        <a:bodyPr/>
        <a:lstStyle/>
        <a:p>
          <a:endParaRPr lang="es-ES"/>
        </a:p>
      </dgm:t>
    </dgm:pt>
    <dgm:pt modelId="{7F0FBCA1-C0E9-40B8-A171-CA9E93F6FC61}" type="sibTrans" cxnId="{CC6FF52A-77A0-4490-B54A-85CABEEF94B8}">
      <dgm:prSet/>
      <dgm:spPr/>
      <dgm:t>
        <a:bodyPr/>
        <a:lstStyle/>
        <a:p>
          <a:endParaRPr lang="es-ES"/>
        </a:p>
      </dgm:t>
    </dgm:pt>
    <dgm:pt modelId="{E2341079-C464-4CA3-846A-E92312ECAEFE}">
      <dgm:prSet phldrT="[Texto]"/>
      <dgm:spPr/>
      <dgm:t>
        <a:bodyPr/>
        <a:lstStyle/>
        <a:p>
          <a:r>
            <a:rPr lang="es-ES" b="1" dirty="0"/>
            <a:t>Notificación </a:t>
          </a:r>
          <a:r>
            <a:rPr lang="es-ES" b="1" dirty="0" smtClean="0"/>
            <a:t>Aprobación</a:t>
          </a:r>
          <a:endParaRPr lang="es-ES" b="1" dirty="0"/>
        </a:p>
        <a:p>
          <a:r>
            <a:rPr lang="es-ES" dirty="0" smtClean="0">
              <a:solidFill>
                <a:srgbClr val="FF0000"/>
              </a:solidFill>
            </a:rPr>
            <a:t>(Al responsable)</a:t>
          </a:r>
          <a:endParaRPr lang="es-ES" dirty="0"/>
        </a:p>
      </dgm:t>
    </dgm:pt>
    <dgm:pt modelId="{41F5FD35-1428-4353-B870-076DA6340092}" type="parTrans" cxnId="{EECA852F-E1E1-40CD-8F0B-61225D75A911}">
      <dgm:prSet/>
      <dgm:spPr/>
      <dgm:t>
        <a:bodyPr/>
        <a:lstStyle/>
        <a:p>
          <a:endParaRPr lang="es-ES"/>
        </a:p>
      </dgm:t>
    </dgm:pt>
    <dgm:pt modelId="{B93C54C4-3034-419A-B066-6D6706543B46}" type="sibTrans" cxnId="{EECA852F-E1E1-40CD-8F0B-61225D75A911}">
      <dgm:prSet/>
      <dgm:spPr/>
      <dgm:t>
        <a:bodyPr/>
        <a:lstStyle/>
        <a:p>
          <a:endParaRPr lang="es-ES"/>
        </a:p>
      </dgm:t>
    </dgm:pt>
    <dgm:pt modelId="{D1599B20-23C5-4F80-B819-6939FE192EF3}">
      <dgm:prSet phldrT="[Texto]"/>
      <dgm:spPr/>
      <dgm:t>
        <a:bodyPr/>
        <a:lstStyle/>
        <a:p>
          <a:r>
            <a:rPr lang="es-ES" b="1" dirty="0" err="1"/>
            <a:t>Cumplimentacion</a:t>
          </a:r>
          <a:r>
            <a:rPr lang="es-ES" b="1" dirty="0"/>
            <a:t> </a:t>
          </a:r>
          <a:endParaRPr lang="es-ES" b="1" dirty="0" smtClean="0"/>
        </a:p>
        <a:p>
          <a:r>
            <a:rPr lang="es-ES" b="1" dirty="0" smtClean="0"/>
            <a:t>Etapa </a:t>
          </a:r>
          <a:r>
            <a:rPr lang="es-ES" b="1" dirty="0"/>
            <a:t>5-6</a:t>
          </a:r>
        </a:p>
        <a:p>
          <a:r>
            <a:rPr lang="es-ES" dirty="0" smtClean="0">
              <a:solidFill>
                <a:srgbClr val="FF0000"/>
              </a:solidFill>
            </a:rPr>
            <a:t>(Responsable)</a:t>
          </a:r>
          <a:endParaRPr lang="es-ES" dirty="0">
            <a:solidFill>
              <a:srgbClr val="FF0000"/>
            </a:solidFill>
          </a:endParaRPr>
        </a:p>
      </dgm:t>
    </dgm:pt>
    <dgm:pt modelId="{30507B1C-C297-4C3B-B180-37BD3213A664}" type="parTrans" cxnId="{C482A8B0-DAA0-4BEA-AEF4-AC6EFE8C7661}">
      <dgm:prSet/>
      <dgm:spPr/>
      <dgm:t>
        <a:bodyPr/>
        <a:lstStyle/>
        <a:p>
          <a:endParaRPr lang="es-ES"/>
        </a:p>
      </dgm:t>
    </dgm:pt>
    <dgm:pt modelId="{20E982D3-13CB-4966-8921-C02F39A65BFB}" type="sibTrans" cxnId="{C482A8B0-DAA0-4BEA-AEF4-AC6EFE8C7661}">
      <dgm:prSet/>
      <dgm:spPr/>
      <dgm:t>
        <a:bodyPr/>
        <a:lstStyle/>
        <a:p>
          <a:endParaRPr lang="es-ES"/>
        </a:p>
      </dgm:t>
    </dgm:pt>
    <dgm:pt modelId="{ADDB5607-5208-4850-A66F-62A09D5F9EAE}">
      <dgm:prSet phldrT="[Texto]"/>
      <dgm:spPr/>
      <dgm:t>
        <a:bodyPr/>
        <a:lstStyle/>
        <a:p>
          <a:r>
            <a:rPr lang="es-ES" b="1" dirty="0"/>
            <a:t>Solicitud de </a:t>
          </a:r>
          <a:r>
            <a:rPr lang="es-ES" b="1" dirty="0" smtClean="0"/>
            <a:t>Aprobación</a:t>
          </a:r>
          <a:endParaRPr lang="es-ES" b="1" dirty="0"/>
        </a:p>
        <a:p>
          <a:r>
            <a:rPr lang="es-ES" dirty="0">
              <a:solidFill>
                <a:srgbClr val="FF0000"/>
              </a:solidFill>
            </a:rPr>
            <a:t>(Del responsable al </a:t>
          </a:r>
          <a:r>
            <a:rPr lang="es-ES" dirty="0" smtClean="0">
              <a:solidFill>
                <a:srgbClr val="FF0000"/>
              </a:solidFill>
            </a:rPr>
            <a:t>perseguidor)</a:t>
          </a:r>
          <a:endParaRPr lang="es-ES" dirty="0">
            <a:solidFill>
              <a:srgbClr val="FF0000"/>
            </a:solidFill>
          </a:endParaRPr>
        </a:p>
      </dgm:t>
    </dgm:pt>
    <dgm:pt modelId="{05418D87-8364-40A0-9875-A0781B7B7A14}" type="parTrans" cxnId="{EA20E790-5396-40F9-8EDF-C0462FDAA567}">
      <dgm:prSet/>
      <dgm:spPr/>
      <dgm:t>
        <a:bodyPr/>
        <a:lstStyle/>
        <a:p>
          <a:endParaRPr lang="es-ES"/>
        </a:p>
      </dgm:t>
    </dgm:pt>
    <dgm:pt modelId="{2503EC76-C834-497A-9FC6-24E93A3AB762}" type="sibTrans" cxnId="{EA20E790-5396-40F9-8EDF-C0462FDAA567}">
      <dgm:prSet/>
      <dgm:spPr/>
      <dgm:t>
        <a:bodyPr/>
        <a:lstStyle/>
        <a:p>
          <a:endParaRPr lang="es-ES"/>
        </a:p>
      </dgm:t>
    </dgm:pt>
    <dgm:pt modelId="{255D4507-7B8F-4BD9-B806-645A17B46FFE}">
      <dgm:prSet phldrT="[Texto]"/>
      <dgm:spPr/>
      <dgm:t>
        <a:bodyPr/>
        <a:lstStyle/>
        <a:p>
          <a:r>
            <a:rPr lang="es-ES" b="1" dirty="0" smtClean="0"/>
            <a:t>Aprobación</a:t>
          </a:r>
          <a:endParaRPr lang="es-ES" b="1" dirty="0"/>
        </a:p>
        <a:p>
          <a:r>
            <a:rPr lang="es-ES" dirty="0" smtClean="0">
              <a:solidFill>
                <a:srgbClr val="FF0000"/>
              </a:solidFill>
            </a:rPr>
            <a:t>(Perseguidor Aprueba)</a:t>
          </a:r>
          <a:endParaRPr lang="es-ES" dirty="0">
            <a:solidFill>
              <a:srgbClr val="FF0000"/>
            </a:solidFill>
          </a:endParaRPr>
        </a:p>
      </dgm:t>
    </dgm:pt>
    <dgm:pt modelId="{FC957E50-E312-4A59-87F6-C1F6B6677BAB}" type="parTrans" cxnId="{DA0C9BFF-EC4F-417F-BB27-9C06D43FAFEB}">
      <dgm:prSet/>
      <dgm:spPr/>
      <dgm:t>
        <a:bodyPr/>
        <a:lstStyle/>
        <a:p>
          <a:endParaRPr lang="es-ES"/>
        </a:p>
      </dgm:t>
    </dgm:pt>
    <dgm:pt modelId="{4CF486F5-540C-42D1-BDFD-191E3ACE5879}" type="sibTrans" cxnId="{DA0C9BFF-EC4F-417F-BB27-9C06D43FAFEB}">
      <dgm:prSet/>
      <dgm:spPr/>
      <dgm:t>
        <a:bodyPr/>
        <a:lstStyle/>
        <a:p>
          <a:endParaRPr lang="es-ES"/>
        </a:p>
      </dgm:t>
    </dgm:pt>
    <dgm:pt modelId="{0689D8BE-64A7-455C-8C22-4720706F868E}">
      <dgm:prSet phldrT="[Texto]"/>
      <dgm:spPr/>
      <dgm:t>
        <a:bodyPr/>
        <a:lstStyle/>
        <a:p>
          <a:r>
            <a:rPr lang="es-ES" b="1" dirty="0" smtClean="0"/>
            <a:t>Notificación Aprobación</a:t>
          </a:r>
        </a:p>
        <a:p>
          <a:r>
            <a:rPr lang="es-ES" dirty="0" smtClean="0">
              <a:solidFill>
                <a:srgbClr val="FF0000"/>
              </a:solidFill>
            </a:rPr>
            <a:t>(Al responsable)</a:t>
          </a:r>
          <a:endParaRPr lang="es-ES" dirty="0"/>
        </a:p>
      </dgm:t>
    </dgm:pt>
    <dgm:pt modelId="{DB7DAB31-41FC-45B4-A3B7-B571E7079A6E}" type="parTrans" cxnId="{2593434F-06A0-4B52-B78C-6FA1361F4C36}">
      <dgm:prSet/>
      <dgm:spPr/>
      <dgm:t>
        <a:bodyPr/>
        <a:lstStyle/>
        <a:p>
          <a:endParaRPr lang="es-ES"/>
        </a:p>
      </dgm:t>
    </dgm:pt>
    <dgm:pt modelId="{4CAD8077-9DBC-4284-8057-3B201C5BA55B}" type="sibTrans" cxnId="{2593434F-06A0-4B52-B78C-6FA1361F4C36}">
      <dgm:prSet/>
      <dgm:spPr/>
      <dgm:t>
        <a:bodyPr/>
        <a:lstStyle/>
        <a:p>
          <a:endParaRPr lang="es-ES"/>
        </a:p>
      </dgm:t>
    </dgm:pt>
    <dgm:pt modelId="{CDD8089B-9B68-42B2-8A26-671A2BA930D5}">
      <dgm:prSet phldrT="[Texto]"/>
      <dgm:spPr/>
      <dgm:t>
        <a:bodyPr/>
        <a:lstStyle/>
        <a:p>
          <a:r>
            <a:rPr lang="es-ES" b="1" dirty="0" smtClean="0"/>
            <a:t>Solicitud de Aprobación</a:t>
          </a:r>
        </a:p>
        <a:p>
          <a:r>
            <a:rPr lang="es-ES" dirty="0" smtClean="0">
              <a:solidFill>
                <a:srgbClr val="FF0000"/>
              </a:solidFill>
            </a:rPr>
            <a:t>(Del responsable al perseguidor)</a:t>
          </a:r>
          <a:endParaRPr lang="es-ES" dirty="0"/>
        </a:p>
      </dgm:t>
    </dgm:pt>
    <dgm:pt modelId="{959F2F69-D743-48CB-B519-BF33DFC386B8}" type="parTrans" cxnId="{62B6B0AB-B642-4CDC-8B5B-59A20EE98E05}">
      <dgm:prSet/>
      <dgm:spPr/>
      <dgm:t>
        <a:bodyPr/>
        <a:lstStyle/>
        <a:p>
          <a:endParaRPr lang="es-ES"/>
        </a:p>
      </dgm:t>
    </dgm:pt>
    <dgm:pt modelId="{798B3E5A-474A-4AD5-9FA7-2FFE17FABAF5}" type="sibTrans" cxnId="{62B6B0AB-B642-4CDC-8B5B-59A20EE98E05}">
      <dgm:prSet/>
      <dgm:spPr/>
      <dgm:t>
        <a:bodyPr/>
        <a:lstStyle/>
        <a:p>
          <a:endParaRPr lang="es-ES"/>
        </a:p>
      </dgm:t>
    </dgm:pt>
    <dgm:pt modelId="{44DEF388-C23B-4711-A1DF-8A3561BCCC35}">
      <dgm:prSet phldrT="[Texto]"/>
      <dgm:spPr/>
      <dgm:t>
        <a:bodyPr/>
        <a:lstStyle/>
        <a:p>
          <a:r>
            <a:rPr lang="es-ES" b="1" dirty="0" smtClean="0"/>
            <a:t>Aprobación</a:t>
          </a:r>
        </a:p>
        <a:p>
          <a:r>
            <a:rPr lang="es-ES" dirty="0" smtClean="0">
              <a:solidFill>
                <a:srgbClr val="FF0000"/>
              </a:solidFill>
            </a:rPr>
            <a:t>(Perseguidor Aprueba)</a:t>
          </a:r>
          <a:endParaRPr lang="es-ES" dirty="0"/>
        </a:p>
      </dgm:t>
    </dgm:pt>
    <dgm:pt modelId="{F2D0B167-CA9A-4FFF-B4EF-B91B84E9243C}" type="parTrans" cxnId="{75830E55-2D2C-4755-8014-02258019C179}">
      <dgm:prSet/>
      <dgm:spPr/>
      <dgm:t>
        <a:bodyPr/>
        <a:lstStyle/>
        <a:p>
          <a:endParaRPr lang="es-ES"/>
        </a:p>
      </dgm:t>
    </dgm:pt>
    <dgm:pt modelId="{1DE3A1B8-16D0-4E91-A446-49ED69B62E7F}" type="sibTrans" cxnId="{75830E55-2D2C-4755-8014-02258019C179}">
      <dgm:prSet/>
      <dgm:spPr/>
      <dgm:t>
        <a:bodyPr/>
        <a:lstStyle/>
        <a:p>
          <a:endParaRPr lang="es-ES"/>
        </a:p>
      </dgm:t>
    </dgm:pt>
    <dgm:pt modelId="{B0B49199-B7DA-48EA-A7A2-F66D49E0BCD3}">
      <dgm:prSet phldrT="[Texto]"/>
      <dgm:spPr/>
      <dgm:t>
        <a:bodyPr/>
        <a:lstStyle/>
        <a:p>
          <a:r>
            <a:rPr lang="es-ES" b="1" dirty="0" smtClean="0"/>
            <a:t>Notificación Aprobación</a:t>
          </a:r>
        </a:p>
        <a:p>
          <a:r>
            <a:rPr lang="es-ES" dirty="0" smtClean="0">
              <a:solidFill>
                <a:srgbClr val="FF0000"/>
              </a:solidFill>
            </a:rPr>
            <a:t>(Al responsable)</a:t>
          </a:r>
          <a:endParaRPr lang="es-ES" dirty="0"/>
        </a:p>
      </dgm:t>
    </dgm:pt>
    <dgm:pt modelId="{B86358CC-0146-4266-A290-29E270B75A6E}" type="parTrans" cxnId="{751FB4C5-6E13-4485-A851-FCA3B5DAFC92}">
      <dgm:prSet/>
      <dgm:spPr/>
      <dgm:t>
        <a:bodyPr/>
        <a:lstStyle/>
        <a:p>
          <a:endParaRPr lang="es-ES"/>
        </a:p>
      </dgm:t>
    </dgm:pt>
    <dgm:pt modelId="{108A1946-DF62-4C50-941A-332A475DF911}" type="sibTrans" cxnId="{751FB4C5-6E13-4485-A851-FCA3B5DAFC92}">
      <dgm:prSet/>
      <dgm:spPr/>
      <dgm:t>
        <a:bodyPr/>
        <a:lstStyle/>
        <a:p>
          <a:endParaRPr lang="es-ES"/>
        </a:p>
      </dgm:t>
    </dgm:pt>
    <dgm:pt modelId="{AC7D8298-30E9-448D-9248-C12B408E2E14}">
      <dgm:prSet phldrT="[Texto]"/>
      <dgm:spPr>
        <a:noFill/>
      </dgm:spPr>
      <dgm:t>
        <a:bodyPr/>
        <a:lstStyle/>
        <a:p>
          <a:r>
            <a:rPr lang="es-ES" b="1" dirty="0" smtClean="0"/>
            <a:t>Cumplimentación pestaña costes</a:t>
          </a:r>
          <a:endParaRPr lang="es-ES" b="1" dirty="0"/>
        </a:p>
        <a:p>
          <a:r>
            <a:rPr lang="es-ES" dirty="0" smtClean="0">
              <a:solidFill>
                <a:srgbClr val="FF0000"/>
              </a:solidFill>
            </a:rPr>
            <a:t>(En desarrollo)</a:t>
          </a:r>
          <a:endParaRPr lang="es-ES" dirty="0">
            <a:solidFill>
              <a:srgbClr val="FF0000"/>
            </a:solidFill>
          </a:endParaRPr>
        </a:p>
      </dgm:t>
    </dgm:pt>
    <dgm:pt modelId="{1B4D909B-EF06-4904-82EB-368AA007E7ED}" type="parTrans" cxnId="{8F15591C-B6AF-4439-A86C-3FC9D052401A}">
      <dgm:prSet/>
      <dgm:spPr/>
      <dgm:t>
        <a:bodyPr/>
        <a:lstStyle/>
        <a:p>
          <a:endParaRPr lang="es-ES"/>
        </a:p>
      </dgm:t>
    </dgm:pt>
    <dgm:pt modelId="{533198D9-075F-44E0-A7CA-CF5F38CC027B}" type="sibTrans" cxnId="{8F15591C-B6AF-4439-A86C-3FC9D052401A}">
      <dgm:prSet/>
      <dgm:spPr/>
      <dgm:t>
        <a:bodyPr/>
        <a:lstStyle/>
        <a:p>
          <a:endParaRPr lang="es-ES"/>
        </a:p>
      </dgm:t>
    </dgm:pt>
    <dgm:pt modelId="{CCE58B43-A395-43DD-824F-AF8B07DD36C5}">
      <dgm:prSet phldrT="[Texto]"/>
      <dgm:spPr>
        <a:noFill/>
      </dgm:spPr>
      <dgm:t>
        <a:bodyPr/>
        <a:lstStyle/>
        <a:p>
          <a:r>
            <a:rPr lang="es-ES" b="1" dirty="0" smtClean="0"/>
            <a:t>Crear lección aprendida</a:t>
          </a:r>
          <a:endParaRPr lang="es-ES" b="1" dirty="0"/>
        </a:p>
        <a:p>
          <a:r>
            <a:rPr lang="es-ES" dirty="0" smtClean="0">
              <a:solidFill>
                <a:srgbClr val="FF0000"/>
              </a:solidFill>
            </a:rPr>
            <a:t>(En desarrollo)</a:t>
          </a:r>
          <a:endParaRPr lang="es-ES" dirty="0">
            <a:solidFill>
              <a:srgbClr val="FF0000"/>
            </a:solidFill>
          </a:endParaRPr>
        </a:p>
      </dgm:t>
    </dgm:pt>
    <dgm:pt modelId="{EDDDAF78-19B5-4290-920F-529C5815B887}" type="parTrans" cxnId="{D44B846C-34E5-402A-AAC2-5218FB5D3900}">
      <dgm:prSet/>
      <dgm:spPr/>
      <dgm:t>
        <a:bodyPr/>
        <a:lstStyle/>
        <a:p>
          <a:endParaRPr lang="es-ES"/>
        </a:p>
      </dgm:t>
    </dgm:pt>
    <dgm:pt modelId="{FE7465CF-2B6E-4865-AD69-68F43AEC39F9}" type="sibTrans" cxnId="{D44B846C-34E5-402A-AAC2-5218FB5D3900}">
      <dgm:prSet/>
      <dgm:spPr/>
      <dgm:t>
        <a:bodyPr/>
        <a:lstStyle/>
        <a:p>
          <a:endParaRPr lang="es-ES"/>
        </a:p>
      </dgm:t>
    </dgm:pt>
    <dgm:pt modelId="{1C40FB60-FF73-4F31-81FD-A2BEFD34D958}" type="pres">
      <dgm:prSet presAssocID="{50C314E4-9C6D-4C8E-8762-64F169F3F937}" presName="Name0" presStyleCnt="0">
        <dgm:presLayoutVars>
          <dgm:dir/>
          <dgm:resizeHandles val="exact"/>
        </dgm:presLayoutVars>
      </dgm:prSet>
      <dgm:spPr/>
      <dgm:t>
        <a:bodyPr/>
        <a:lstStyle/>
        <a:p>
          <a:endParaRPr lang="es-ES"/>
        </a:p>
      </dgm:t>
    </dgm:pt>
    <dgm:pt modelId="{96B395F7-F187-4F07-934B-B5BC013FC3B8}" type="pres">
      <dgm:prSet presAssocID="{C9A4884A-9CFF-4E80-897C-EA951BCFA293}" presName="node" presStyleLbl="node1" presStyleIdx="0" presStyleCnt="16">
        <dgm:presLayoutVars>
          <dgm:bulletEnabled val="1"/>
        </dgm:presLayoutVars>
      </dgm:prSet>
      <dgm:spPr/>
      <dgm:t>
        <a:bodyPr/>
        <a:lstStyle/>
        <a:p>
          <a:endParaRPr lang="es-ES"/>
        </a:p>
      </dgm:t>
    </dgm:pt>
    <dgm:pt modelId="{8D9CFC0D-6DBA-437D-B746-A9183CDE891A}" type="pres">
      <dgm:prSet presAssocID="{EDD25D10-71CD-4D21-9309-25D70A6EEECF}" presName="sibTrans" presStyleLbl="sibTrans1D1" presStyleIdx="0" presStyleCnt="15"/>
      <dgm:spPr/>
      <dgm:t>
        <a:bodyPr/>
        <a:lstStyle/>
        <a:p>
          <a:endParaRPr lang="es-ES"/>
        </a:p>
      </dgm:t>
    </dgm:pt>
    <dgm:pt modelId="{A04FE8EC-69E7-4E95-A00E-7BE9F49733AB}" type="pres">
      <dgm:prSet presAssocID="{EDD25D10-71CD-4D21-9309-25D70A6EEECF}" presName="connectorText" presStyleLbl="sibTrans1D1" presStyleIdx="0" presStyleCnt="15"/>
      <dgm:spPr/>
      <dgm:t>
        <a:bodyPr/>
        <a:lstStyle/>
        <a:p>
          <a:endParaRPr lang="es-ES"/>
        </a:p>
      </dgm:t>
    </dgm:pt>
    <dgm:pt modelId="{7FF9C174-A44B-40BF-98CB-0817D8945335}" type="pres">
      <dgm:prSet presAssocID="{E2D2957E-5B8F-4110-A981-772A28256914}" presName="node" presStyleLbl="node1" presStyleIdx="1" presStyleCnt="16">
        <dgm:presLayoutVars>
          <dgm:bulletEnabled val="1"/>
        </dgm:presLayoutVars>
      </dgm:prSet>
      <dgm:spPr/>
      <dgm:t>
        <a:bodyPr/>
        <a:lstStyle/>
        <a:p>
          <a:endParaRPr lang="es-ES"/>
        </a:p>
      </dgm:t>
    </dgm:pt>
    <dgm:pt modelId="{6354ED64-0F73-4876-802D-E98844F96F80}" type="pres">
      <dgm:prSet presAssocID="{AE31CD7B-0784-451B-B002-368EE42937A3}" presName="sibTrans" presStyleLbl="sibTrans1D1" presStyleIdx="1" presStyleCnt="15"/>
      <dgm:spPr/>
      <dgm:t>
        <a:bodyPr/>
        <a:lstStyle/>
        <a:p>
          <a:endParaRPr lang="es-ES"/>
        </a:p>
      </dgm:t>
    </dgm:pt>
    <dgm:pt modelId="{AE0A4F0A-EA3A-4000-96EE-CF6911DF6080}" type="pres">
      <dgm:prSet presAssocID="{AE31CD7B-0784-451B-B002-368EE42937A3}" presName="connectorText" presStyleLbl="sibTrans1D1" presStyleIdx="1" presStyleCnt="15"/>
      <dgm:spPr/>
      <dgm:t>
        <a:bodyPr/>
        <a:lstStyle/>
        <a:p>
          <a:endParaRPr lang="es-ES"/>
        </a:p>
      </dgm:t>
    </dgm:pt>
    <dgm:pt modelId="{E624E633-52B9-4EAE-A4A9-32B5D5DD07E7}" type="pres">
      <dgm:prSet presAssocID="{ED0A14B0-7AD3-4090-BBC4-2BC884DE8864}" presName="node" presStyleLbl="node1" presStyleIdx="2" presStyleCnt="16">
        <dgm:presLayoutVars>
          <dgm:bulletEnabled val="1"/>
        </dgm:presLayoutVars>
      </dgm:prSet>
      <dgm:spPr/>
      <dgm:t>
        <a:bodyPr/>
        <a:lstStyle/>
        <a:p>
          <a:endParaRPr lang="es-ES"/>
        </a:p>
      </dgm:t>
    </dgm:pt>
    <dgm:pt modelId="{B9EDBAD6-88A6-41CD-A7C5-E511CF9C0E42}" type="pres">
      <dgm:prSet presAssocID="{5524A69E-15AA-4982-8854-D9ABBE82A6D2}" presName="sibTrans" presStyleLbl="sibTrans1D1" presStyleIdx="2" presStyleCnt="15"/>
      <dgm:spPr/>
      <dgm:t>
        <a:bodyPr/>
        <a:lstStyle/>
        <a:p>
          <a:endParaRPr lang="es-ES"/>
        </a:p>
      </dgm:t>
    </dgm:pt>
    <dgm:pt modelId="{760F1834-FBD9-4692-BA8F-60A60357EE78}" type="pres">
      <dgm:prSet presAssocID="{5524A69E-15AA-4982-8854-D9ABBE82A6D2}" presName="connectorText" presStyleLbl="sibTrans1D1" presStyleIdx="2" presStyleCnt="15"/>
      <dgm:spPr/>
      <dgm:t>
        <a:bodyPr/>
        <a:lstStyle/>
        <a:p>
          <a:endParaRPr lang="es-ES"/>
        </a:p>
      </dgm:t>
    </dgm:pt>
    <dgm:pt modelId="{4EA33006-1AB1-42CA-9AE3-2A58DB98B5B3}" type="pres">
      <dgm:prSet presAssocID="{7BFB8197-52C6-4B01-8ADF-C0573C18E9CA}" presName="node" presStyleLbl="node1" presStyleIdx="3" presStyleCnt="16">
        <dgm:presLayoutVars>
          <dgm:bulletEnabled val="1"/>
        </dgm:presLayoutVars>
      </dgm:prSet>
      <dgm:spPr/>
      <dgm:t>
        <a:bodyPr/>
        <a:lstStyle/>
        <a:p>
          <a:endParaRPr lang="es-ES"/>
        </a:p>
      </dgm:t>
    </dgm:pt>
    <dgm:pt modelId="{917B10D3-7ACE-457B-A13A-DD2D52DDA242}" type="pres">
      <dgm:prSet presAssocID="{C3B0FCAD-B26F-4888-BCD8-90C75E86DDED}" presName="sibTrans" presStyleLbl="sibTrans1D1" presStyleIdx="3" presStyleCnt="15"/>
      <dgm:spPr/>
      <dgm:t>
        <a:bodyPr/>
        <a:lstStyle/>
        <a:p>
          <a:endParaRPr lang="es-ES"/>
        </a:p>
      </dgm:t>
    </dgm:pt>
    <dgm:pt modelId="{6E6F1551-F8EE-4A0A-8525-88CAFFA92D7D}" type="pres">
      <dgm:prSet presAssocID="{C3B0FCAD-B26F-4888-BCD8-90C75E86DDED}" presName="connectorText" presStyleLbl="sibTrans1D1" presStyleIdx="3" presStyleCnt="15"/>
      <dgm:spPr/>
      <dgm:t>
        <a:bodyPr/>
        <a:lstStyle/>
        <a:p>
          <a:endParaRPr lang="es-ES"/>
        </a:p>
      </dgm:t>
    </dgm:pt>
    <dgm:pt modelId="{66C0E43C-9775-45F6-A131-E4B4217BB0CE}" type="pres">
      <dgm:prSet presAssocID="{21D40F32-6F3C-408B-94B5-C874AB3C265D}" presName="node" presStyleLbl="node1" presStyleIdx="4" presStyleCnt="16">
        <dgm:presLayoutVars>
          <dgm:bulletEnabled val="1"/>
        </dgm:presLayoutVars>
      </dgm:prSet>
      <dgm:spPr/>
      <dgm:t>
        <a:bodyPr/>
        <a:lstStyle/>
        <a:p>
          <a:endParaRPr lang="es-ES"/>
        </a:p>
      </dgm:t>
    </dgm:pt>
    <dgm:pt modelId="{BD3EB14E-66F7-4E66-8E3A-0859162BFC95}" type="pres">
      <dgm:prSet presAssocID="{7F0FBCA1-C0E9-40B8-A171-CA9E93F6FC61}" presName="sibTrans" presStyleLbl="sibTrans1D1" presStyleIdx="4" presStyleCnt="15"/>
      <dgm:spPr/>
      <dgm:t>
        <a:bodyPr/>
        <a:lstStyle/>
        <a:p>
          <a:endParaRPr lang="es-ES"/>
        </a:p>
      </dgm:t>
    </dgm:pt>
    <dgm:pt modelId="{4E108CD1-F5E5-41AF-86F5-84BA948B2203}" type="pres">
      <dgm:prSet presAssocID="{7F0FBCA1-C0E9-40B8-A171-CA9E93F6FC61}" presName="connectorText" presStyleLbl="sibTrans1D1" presStyleIdx="4" presStyleCnt="15"/>
      <dgm:spPr/>
      <dgm:t>
        <a:bodyPr/>
        <a:lstStyle/>
        <a:p>
          <a:endParaRPr lang="es-ES"/>
        </a:p>
      </dgm:t>
    </dgm:pt>
    <dgm:pt modelId="{851EDB6E-5416-45FA-96D1-4AF90B5E6593}" type="pres">
      <dgm:prSet presAssocID="{E2341079-C464-4CA3-846A-E92312ECAEFE}" presName="node" presStyleLbl="node1" presStyleIdx="5" presStyleCnt="16">
        <dgm:presLayoutVars>
          <dgm:bulletEnabled val="1"/>
        </dgm:presLayoutVars>
      </dgm:prSet>
      <dgm:spPr/>
      <dgm:t>
        <a:bodyPr/>
        <a:lstStyle/>
        <a:p>
          <a:endParaRPr lang="es-ES"/>
        </a:p>
      </dgm:t>
    </dgm:pt>
    <dgm:pt modelId="{B38D5E70-ED23-4C2E-BDE7-38757468FCCD}" type="pres">
      <dgm:prSet presAssocID="{B93C54C4-3034-419A-B066-6D6706543B46}" presName="sibTrans" presStyleLbl="sibTrans1D1" presStyleIdx="5" presStyleCnt="15"/>
      <dgm:spPr/>
      <dgm:t>
        <a:bodyPr/>
        <a:lstStyle/>
        <a:p>
          <a:endParaRPr lang="es-ES"/>
        </a:p>
      </dgm:t>
    </dgm:pt>
    <dgm:pt modelId="{5D04CB7B-C1E4-483E-B6AB-5312FAF2BF6C}" type="pres">
      <dgm:prSet presAssocID="{B93C54C4-3034-419A-B066-6D6706543B46}" presName="connectorText" presStyleLbl="sibTrans1D1" presStyleIdx="5" presStyleCnt="15"/>
      <dgm:spPr/>
      <dgm:t>
        <a:bodyPr/>
        <a:lstStyle/>
        <a:p>
          <a:endParaRPr lang="es-ES"/>
        </a:p>
      </dgm:t>
    </dgm:pt>
    <dgm:pt modelId="{4E9B74EF-7A5F-41F0-83DD-B7A6C6A68CC7}" type="pres">
      <dgm:prSet presAssocID="{D1599B20-23C5-4F80-B819-6939FE192EF3}" presName="node" presStyleLbl="node1" presStyleIdx="6" presStyleCnt="16">
        <dgm:presLayoutVars>
          <dgm:bulletEnabled val="1"/>
        </dgm:presLayoutVars>
      </dgm:prSet>
      <dgm:spPr/>
      <dgm:t>
        <a:bodyPr/>
        <a:lstStyle/>
        <a:p>
          <a:endParaRPr lang="es-ES"/>
        </a:p>
      </dgm:t>
    </dgm:pt>
    <dgm:pt modelId="{77338716-3EEE-4A8A-AAEE-7C3C5EAC330F}" type="pres">
      <dgm:prSet presAssocID="{20E982D3-13CB-4966-8921-C02F39A65BFB}" presName="sibTrans" presStyleLbl="sibTrans1D1" presStyleIdx="6" presStyleCnt="15"/>
      <dgm:spPr/>
      <dgm:t>
        <a:bodyPr/>
        <a:lstStyle/>
        <a:p>
          <a:endParaRPr lang="es-ES"/>
        </a:p>
      </dgm:t>
    </dgm:pt>
    <dgm:pt modelId="{29EBF01B-4A59-4AE1-890A-41CDB8988300}" type="pres">
      <dgm:prSet presAssocID="{20E982D3-13CB-4966-8921-C02F39A65BFB}" presName="connectorText" presStyleLbl="sibTrans1D1" presStyleIdx="6" presStyleCnt="15"/>
      <dgm:spPr/>
      <dgm:t>
        <a:bodyPr/>
        <a:lstStyle/>
        <a:p>
          <a:endParaRPr lang="es-ES"/>
        </a:p>
      </dgm:t>
    </dgm:pt>
    <dgm:pt modelId="{84F235BE-42E1-4F32-9A62-E15CB6DF1B6B}" type="pres">
      <dgm:prSet presAssocID="{ADDB5607-5208-4850-A66F-62A09D5F9EAE}" presName="node" presStyleLbl="node1" presStyleIdx="7" presStyleCnt="16">
        <dgm:presLayoutVars>
          <dgm:bulletEnabled val="1"/>
        </dgm:presLayoutVars>
      </dgm:prSet>
      <dgm:spPr/>
      <dgm:t>
        <a:bodyPr/>
        <a:lstStyle/>
        <a:p>
          <a:endParaRPr lang="es-ES"/>
        </a:p>
      </dgm:t>
    </dgm:pt>
    <dgm:pt modelId="{A2014CA5-3B34-4400-ACF0-6AB2B7ECBFEE}" type="pres">
      <dgm:prSet presAssocID="{2503EC76-C834-497A-9FC6-24E93A3AB762}" presName="sibTrans" presStyleLbl="sibTrans1D1" presStyleIdx="7" presStyleCnt="15"/>
      <dgm:spPr/>
      <dgm:t>
        <a:bodyPr/>
        <a:lstStyle/>
        <a:p>
          <a:endParaRPr lang="es-ES"/>
        </a:p>
      </dgm:t>
    </dgm:pt>
    <dgm:pt modelId="{4DC1A9D7-8F48-42C7-8251-C4725A1554E4}" type="pres">
      <dgm:prSet presAssocID="{2503EC76-C834-497A-9FC6-24E93A3AB762}" presName="connectorText" presStyleLbl="sibTrans1D1" presStyleIdx="7" presStyleCnt="15"/>
      <dgm:spPr/>
      <dgm:t>
        <a:bodyPr/>
        <a:lstStyle/>
        <a:p>
          <a:endParaRPr lang="es-ES"/>
        </a:p>
      </dgm:t>
    </dgm:pt>
    <dgm:pt modelId="{777A0E77-16B4-4E28-83D9-23DEFFDA5345}" type="pres">
      <dgm:prSet presAssocID="{255D4507-7B8F-4BD9-B806-645A17B46FFE}" presName="node" presStyleLbl="node1" presStyleIdx="8" presStyleCnt="16">
        <dgm:presLayoutVars>
          <dgm:bulletEnabled val="1"/>
        </dgm:presLayoutVars>
      </dgm:prSet>
      <dgm:spPr/>
      <dgm:t>
        <a:bodyPr/>
        <a:lstStyle/>
        <a:p>
          <a:endParaRPr lang="es-ES"/>
        </a:p>
      </dgm:t>
    </dgm:pt>
    <dgm:pt modelId="{C64C606A-8B49-4D87-A43D-CA63A88136B3}" type="pres">
      <dgm:prSet presAssocID="{4CF486F5-540C-42D1-BDFD-191E3ACE5879}" presName="sibTrans" presStyleLbl="sibTrans1D1" presStyleIdx="8" presStyleCnt="15"/>
      <dgm:spPr/>
      <dgm:t>
        <a:bodyPr/>
        <a:lstStyle/>
        <a:p>
          <a:endParaRPr lang="es-ES"/>
        </a:p>
      </dgm:t>
    </dgm:pt>
    <dgm:pt modelId="{5679E437-1712-430D-85F7-55858456E471}" type="pres">
      <dgm:prSet presAssocID="{4CF486F5-540C-42D1-BDFD-191E3ACE5879}" presName="connectorText" presStyleLbl="sibTrans1D1" presStyleIdx="8" presStyleCnt="15"/>
      <dgm:spPr/>
      <dgm:t>
        <a:bodyPr/>
        <a:lstStyle/>
        <a:p>
          <a:endParaRPr lang="es-ES"/>
        </a:p>
      </dgm:t>
    </dgm:pt>
    <dgm:pt modelId="{26555727-F8F6-4C80-B7C4-765F59F11512}" type="pres">
      <dgm:prSet presAssocID="{0689D8BE-64A7-455C-8C22-4720706F868E}" presName="node" presStyleLbl="node1" presStyleIdx="9" presStyleCnt="16">
        <dgm:presLayoutVars>
          <dgm:bulletEnabled val="1"/>
        </dgm:presLayoutVars>
      </dgm:prSet>
      <dgm:spPr/>
      <dgm:t>
        <a:bodyPr/>
        <a:lstStyle/>
        <a:p>
          <a:endParaRPr lang="es-ES"/>
        </a:p>
      </dgm:t>
    </dgm:pt>
    <dgm:pt modelId="{900A568A-4703-43F5-841C-F23F1695F6EC}" type="pres">
      <dgm:prSet presAssocID="{4CAD8077-9DBC-4284-8057-3B201C5BA55B}" presName="sibTrans" presStyleLbl="sibTrans1D1" presStyleIdx="9" presStyleCnt="15"/>
      <dgm:spPr/>
      <dgm:t>
        <a:bodyPr/>
        <a:lstStyle/>
        <a:p>
          <a:endParaRPr lang="es-ES"/>
        </a:p>
      </dgm:t>
    </dgm:pt>
    <dgm:pt modelId="{6CF21711-2768-4C88-85AE-D0191B7E7B8E}" type="pres">
      <dgm:prSet presAssocID="{4CAD8077-9DBC-4284-8057-3B201C5BA55B}" presName="connectorText" presStyleLbl="sibTrans1D1" presStyleIdx="9" presStyleCnt="15"/>
      <dgm:spPr/>
      <dgm:t>
        <a:bodyPr/>
        <a:lstStyle/>
        <a:p>
          <a:endParaRPr lang="es-ES"/>
        </a:p>
      </dgm:t>
    </dgm:pt>
    <dgm:pt modelId="{971A59DE-B411-4B3C-BBE7-5A17F4A92017}" type="pres">
      <dgm:prSet presAssocID="{DC560DB6-1911-4080-8F3D-94CA943B557C}" presName="node" presStyleLbl="node1" presStyleIdx="10" presStyleCnt="16">
        <dgm:presLayoutVars>
          <dgm:bulletEnabled val="1"/>
        </dgm:presLayoutVars>
      </dgm:prSet>
      <dgm:spPr/>
      <dgm:t>
        <a:bodyPr/>
        <a:lstStyle/>
        <a:p>
          <a:endParaRPr lang="es-ES"/>
        </a:p>
      </dgm:t>
    </dgm:pt>
    <dgm:pt modelId="{9AC85EE4-6D92-4317-B6EC-338E509257A7}" type="pres">
      <dgm:prSet presAssocID="{0C6A8E10-B4BF-41F0-B1A8-9F468C05D86D}" presName="sibTrans" presStyleLbl="sibTrans1D1" presStyleIdx="10" presStyleCnt="15"/>
      <dgm:spPr/>
      <dgm:t>
        <a:bodyPr/>
        <a:lstStyle/>
        <a:p>
          <a:endParaRPr lang="es-ES"/>
        </a:p>
      </dgm:t>
    </dgm:pt>
    <dgm:pt modelId="{E0234950-A1FF-4281-844C-31AAF5B8EB6C}" type="pres">
      <dgm:prSet presAssocID="{0C6A8E10-B4BF-41F0-B1A8-9F468C05D86D}" presName="connectorText" presStyleLbl="sibTrans1D1" presStyleIdx="10" presStyleCnt="15"/>
      <dgm:spPr/>
      <dgm:t>
        <a:bodyPr/>
        <a:lstStyle/>
        <a:p>
          <a:endParaRPr lang="es-ES"/>
        </a:p>
      </dgm:t>
    </dgm:pt>
    <dgm:pt modelId="{A9A6ED20-EECE-4257-B4F1-766DE7D19BDB}" type="pres">
      <dgm:prSet presAssocID="{CDD8089B-9B68-42B2-8A26-671A2BA930D5}" presName="node" presStyleLbl="node1" presStyleIdx="11" presStyleCnt="16">
        <dgm:presLayoutVars>
          <dgm:bulletEnabled val="1"/>
        </dgm:presLayoutVars>
      </dgm:prSet>
      <dgm:spPr/>
      <dgm:t>
        <a:bodyPr/>
        <a:lstStyle/>
        <a:p>
          <a:endParaRPr lang="es-ES"/>
        </a:p>
      </dgm:t>
    </dgm:pt>
    <dgm:pt modelId="{0EA7FC06-F558-4726-B4E4-740F6D37AEC6}" type="pres">
      <dgm:prSet presAssocID="{798B3E5A-474A-4AD5-9FA7-2FFE17FABAF5}" presName="sibTrans" presStyleLbl="sibTrans1D1" presStyleIdx="11" presStyleCnt="15"/>
      <dgm:spPr/>
      <dgm:t>
        <a:bodyPr/>
        <a:lstStyle/>
        <a:p>
          <a:endParaRPr lang="es-ES"/>
        </a:p>
      </dgm:t>
    </dgm:pt>
    <dgm:pt modelId="{AE0D23DC-3A5F-4313-9D2A-CFE86E7287C3}" type="pres">
      <dgm:prSet presAssocID="{798B3E5A-474A-4AD5-9FA7-2FFE17FABAF5}" presName="connectorText" presStyleLbl="sibTrans1D1" presStyleIdx="11" presStyleCnt="15"/>
      <dgm:spPr/>
      <dgm:t>
        <a:bodyPr/>
        <a:lstStyle/>
        <a:p>
          <a:endParaRPr lang="es-ES"/>
        </a:p>
      </dgm:t>
    </dgm:pt>
    <dgm:pt modelId="{4E3DF917-13AF-4BA3-A4E3-B7E12EFF3B83}" type="pres">
      <dgm:prSet presAssocID="{44DEF388-C23B-4711-A1DF-8A3561BCCC35}" presName="node" presStyleLbl="node1" presStyleIdx="12" presStyleCnt="16">
        <dgm:presLayoutVars>
          <dgm:bulletEnabled val="1"/>
        </dgm:presLayoutVars>
      </dgm:prSet>
      <dgm:spPr/>
      <dgm:t>
        <a:bodyPr/>
        <a:lstStyle/>
        <a:p>
          <a:endParaRPr lang="es-ES"/>
        </a:p>
      </dgm:t>
    </dgm:pt>
    <dgm:pt modelId="{9FECAA32-3975-4529-A431-1EF928D4A1F8}" type="pres">
      <dgm:prSet presAssocID="{1DE3A1B8-16D0-4E91-A446-49ED69B62E7F}" presName="sibTrans" presStyleLbl="sibTrans1D1" presStyleIdx="12" presStyleCnt="15"/>
      <dgm:spPr/>
      <dgm:t>
        <a:bodyPr/>
        <a:lstStyle/>
        <a:p>
          <a:endParaRPr lang="es-ES"/>
        </a:p>
      </dgm:t>
    </dgm:pt>
    <dgm:pt modelId="{9ACC0A1C-01BC-4265-9667-15A3762F4B7E}" type="pres">
      <dgm:prSet presAssocID="{1DE3A1B8-16D0-4E91-A446-49ED69B62E7F}" presName="connectorText" presStyleLbl="sibTrans1D1" presStyleIdx="12" presStyleCnt="15"/>
      <dgm:spPr/>
      <dgm:t>
        <a:bodyPr/>
        <a:lstStyle/>
        <a:p>
          <a:endParaRPr lang="es-ES"/>
        </a:p>
      </dgm:t>
    </dgm:pt>
    <dgm:pt modelId="{25EC0690-599E-49AC-B287-8D1A2A6B337E}" type="pres">
      <dgm:prSet presAssocID="{B0B49199-B7DA-48EA-A7A2-F66D49E0BCD3}" presName="node" presStyleLbl="node1" presStyleIdx="13" presStyleCnt="16">
        <dgm:presLayoutVars>
          <dgm:bulletEnabled val="1"/>
        </dgm:presLayoutVars>
      </dgm:prSet>
      <dgm:spPr/>
      <dgm:t>
        <a:bodyPr/>
        <a:lstStyle/>
        <a:p>
          <a:endParaRPr lang="es-ES"/>
        </a:p>
      </dgm:t>
    </dgm:pt>
    <dgm:pt modelId="{09CCF426-282B-44D4-BE6D-7D3E300923D0}" type="pres">
      <dgm:prSet presAssocID="{108A1946-DF62-4C50-941A-332A475DF911}" presName="sibTrans" presStyleLbl="sibTrans1D1" presStyleIdx="13" presStyleCnt="15"/>
      <dgm:spPr/>
      <dgm:t>
        <a:bodyPr/>
        <a:lstStyle/>
        <a:p>
          <a:endParaRPr lang="es-ES"/>
        </a:p>
      </dgm:t>
    </dgm:pt>
    <dgm:pt modelId="{723AFC49-A4C6-4AE3-9A09-D5EE7622AC4B}" type="pres">
      <dgm:prSet presAssocID="{108A1946-DF62-4C50-941A-332A475DF911}" presName="connectorText" presStyleLbl="sibTrans1D1" presStyleIdx="13" presStyleCnt="15"/>
      <dgm:spPr/>
      <dgm:t>
        <a:bodyPr/>
        <a:lstStyle/>
        <a:p>
          <a:endParaRPr lang="es-ES"/>
        </a:p>
      </dgm:t>
    </dgm:pt>
    <dgm:pt modelId="{157767C9-A773-47C6-B26E-055006F3A05C}" type="pres">
      <dgm:prSet presAssocID="{AC7D8298-30E9-448D-9248-C12B408E2E14}" presName="node" presStyleLbl="node1" presStyleIdx="14" presStyleCnt="16">
        <dgm:presLayoutVars>
          <dgm:bulletEnabled val="1"/>
        </dgm:presLayoutVars>
      </dgm:prSet>
      <dgm:spPr/>
      <dgm:t>
        <a:bodyPr/>
        <a:lstStyle/>
        <a:p>
          <a:endParaRPr lang="es-ES"/>
        </a:p>
      </dgm:t>
    </dgm:pt>
    <dgm:pt modelId="{338FE417-04EE-47D9-9150-C7A2C4A073A0}" type="pres">
      <dgm:prSet presAssocID="{533198D9-075F-44E0-A7CA-CF5F38CC027B}" presName="sibTrans" presStyleLbl="sibTrans1D1" presStyleIdx="14" presStyleCnt="15"/>
      <dgm:spPr/>
      <dgm:t>
        <a:bodyPr/>
        <a:lstStyle/>
        <a:p>
          <a:endParaRPr lang="es-ES"/>
        </a:p>
      </dgm:t>
    </dgm:pt>
    <dgm:pt modelId="{3A41DCA1-5644-48F1-801A-0DC82430C2EC}" type="pres">
      <dgm:prSet presAssocID="{533198D9-075F-44E0-A7CA-CF5F38CC027B}" presName="connectorText" presStyleLbl="sibTrans1D1" presStyleIdx="14" presStyleCnt="15"/>
      <dgm:spPr/>
      <dgm:t>
        <a:bodyPr/>
        <a:lstStyle/>
        <a:p>
          <a:endParaRPr lang="es-ES"/>
        </a:p>
      </dgm:t>
    </dgm:pt>
    <dgm:pt modelId="{829F8294-6F31-4664-A51F-B10438B94C61}" type="pres">
      <dgm:prSet presAssocID="{CCE58B43-A395-43DD-824F-AF8B07DD36C5}" presName="node" presStyleLbl="node1" presStyleIdx="15" presStyleCnt="16">
        <dgm:presLayoutVars>
          <dgm:bulletEnabled val="1"/>
        </dgm:presLayoutVars>
      </dgm:prSet>
      <dgm:spPr/>
      <dgm:t>
        <a:bodyPr/>
        <a:lstStyle/>
        <a:p>
          <a:endParaRPr lang="es-ES"/>
        </a:p>
      </dgm:t>
    </dgm:pt>
  </dgm:ptLst>
  <dgm:cxnLst>
    <dgm:cxn modelId="{3F6A9C9D-8DB4-43A4-ABF1-0011B72A9BA6}" type="presOf" srcId="{4CAD8077-9DBC-4284-8057-3B201C5BA55B}" destId="{900A568A-4703-43F5-841C-F23F1695F6EC}" srcOrd="0" destOrd="0" presId="urn:microsoft.com/office/officeart/2005/8/layout/bProcess3"/>
    <dgm:cxn modelId="{B68F0C6D-A11A-48A4-A4AF-F241D4240774}" type="presOf" srcId="{E2341079-C464-4CA3-846A-E92312ECAEFE}" destId="{851EDB6E-5416-45FA-96D1-4AF90B5E6593}" srcOrd="0" destOrd="0" presId="urn:microsoft.com/office/officeart/2005/8/layout/bProcess3"/>
    <dgm:cxn modelId="{298875A7-9B82-4276-8079-D6CABCC6E6B5}" type="presOf" srcId="{DC560DB6-1911-4080-8F3D-94CA943B557C}" destId="{971A59DE-B411-4B3C-BBE7-5A17F4A92017}" srcOrd="0" destOrd="0" presId="urn:microsoft.com/office/officeart/2005/8/layout/bProcess3"/>
    <dgm:cxn modelId="{62B6B0AB-B642-4CDC-8B5B-59A20EE98E05}" srcId="{50C314E4-9C6D-4C8E-8762-64F169F3F937}" destId="{CDD8089B-9B68-42B2-8A26-671A2BA930D5}" srcOrd="11" destOrd="0" parTransId="{959F2F69-D743-48CB-B519-BF33DFC386B8}" sibTransId="{798B3E5A-474A-4AD5-9FA7-2FFE17FABAF5}"/>
    <dgm:cxn modelId="{A565F252-2402-40AB-830B-B151BA28273D}" type="presOf" srcId="{EDD25D10-71CD-4D21-9309-25D70A6EEECF}" destId="{8D9CFC0D-6DBA-437D-B746-A9183CDE891A}" srcOrd="0" destOrd="0" presId="urn:microsoft.com/office/officeart/2005/8/layout/bProcess3"/>
    <dgm:cxn modelId="{A7AD67BC-8382-4423-A864-B7D1C965D8C5}" type="presOf" srcId="{5524A69E-15AA-4982-8854-D9ABBE82A6D2}" destId="{B9EDBAD6-88A6-41CD-A7C5-E511CF9C0E42}" srcOrd="0" destOrd="0" presId="urn:microsoft.com/office/officeart/2005/8/layout/bProcess3"/>
    <dgm:cxn modelId="{A4C16BFF-1C72-4300-ACCD-47CCB952B6D9}" srcId="{50C314E4-9C6D-4C8E-8762-64F169F3F937}" destId="{E2D2957E-5B8F-4110-A981-772A28256914}" srcOrd="1" destOrd="0" parTransId="{F61B090D-58F1-4897-922F-16FF1C2DD98E}" sibTransId="{AE31CD7B-0784-451B-B002-368EE42937A3}"/>
    <dgm:cxn modelId="{C0B57CB2-0690-4C68-A371-7FD6E864055E}" type="presOf" srcId="{20E982D3-13CB-4966-8921-C02F39A65BFB}" destId="{29EBF01B-4A59-4AE1-890A-41CDB8988300}" srcOrd="1" destOrd="0" presId="urn:microsoft.com/office/officeart/2005/8/layout/bProcess3"/>
    <dgm:cxn modelId="{45F29CDB-63E4-4FB2-B986-0292011C992E}" type="presOf" srcId="{4CF486F5-540C-42D1-BDFD-191E3ACE5879}" destId="{C64C606A-8B49-4D87-A43D-CA63A88136B3}" srcOrd="0" destOrd="0" presId="urn:microsoft.com/office/officeart/2005/8/layout/bProcess3"/>
    <dgm:cxn modelId="{203AD600-D470-47EB-A559-A0E183657D2F}" type="presOf" srcId="{1DE3A1B8-16D0-4E91-A446-49ED69B62E7F}" destId="{9ACC0A1C-01BC-4265-9667-15A3762F4B7E}" srcOrd="1" destOrd="0" presId="urn:microsoft.com/office/officeart/2005/8/layout/bProcess3"/>
    <dgm:cxn modelId="{BAA9926F-14BB-4ACE-A02A-AB5EE616A324}" type="presOf" srcId="{B93C54C4-3034-419A-B066-6D6706543B46}" destId="{5D04CB7B-C1E4-483E-B6AB-5312FAF2BF6C}" srcOrd="1" destOrd="0" presId="urn:microsoft.com/office/officeart/2005/8/layout/bProcess3"/>
    <dgm:cxn modelId="{BBC54594-1BE1-42DB-82C6-0DB8CDB4E60A}" srcId="{50C314E4-9C6D-4C8E-8762-64F169F3F937}" destId="{C9A4884A-9CFF-4E80-897C-EA951BCFA293}" srcOrd="0" destOrd="0" parTransId="{C918C275-1DCB-447B-9DCE-FD57BD30B801}" sibTransId="{EDD25D10-71CD-4D21-9309-25D70A6EEECF}"/>
    <dgm:cxn modelId="{79D9757B-8905-400F-916F-FD5A714A45BA}" type="presOf" srcId="{44DEF388-C23B-4711-A1DF-8A3561BCCC35}" destId="{4E3DF917-13AF-4BA3-A4E3-B7E12EFF3B83}" srcOrd="0" destOrd="0" presId="urn:microsoft.com/office/officeart/2005/8/layout/bProcess3"/>
    <dgm:cxn modelId="{8F15591C-B6AF-4439-A86C-3FC9D052401A}" srcId="{50C314E4-9C6D-4C8E-8762-64F169F3F937}" destId="{AC7D8298-30E9-448D-9248-C12B408E2E14}" srcOrd="14" destOrd="0" parTransId="{1B4D909B-EF06-4904-82EB-368AA007E7ED}" sibTransId="{533198D9-075F-44E0-A7CA-CF5F38CC027B}"/>
    <dgm:cxn modelId="{2F1A1695-9BFD-4CA1-95C1-DED9FAEAE1B2}" type="presOf" srcId="{4CAD8077-9DBC-4284-8057-3B201C5BA55B}" destId="{6CF21711-2768-4C88-85AE-D0191B7E7B8E}" srcOrd="1" destOrd="0" presId="urn:microsoft.com/office/officeart/2005/8/layout/bProcess3"/>
    <dgm:cxn modelId="{DF1489C0-7232-4FE7-8B7B-9A737A95C4FF}" type="presOf" srcId="{7F0FBCA1-C0E9-40B8-A171-CA9E93F6FC61}" destId="{4E108CD1-F5E5-41AF-86F5-84BA948B2203}" srcOrd="1" destOrd="0" presId="urn:microsoft.com/office/officeart/2005/8/layout/bProcess3"/>
    <dgm:cxn modelId="{0058385A-4163-4CC9-88B1-444B0E69CB37}" type="presOf" srcId="{C3B0FCAD-B26F-4888-BCD8-90C75E86DDED}" destId="{917B10D3-7ACE-457B-A13A-DD2D52DDA242}" srcOrd="0" destOrd="0" presId="urn:microsoft.com/office/officeart/2005/8/layout/bProcess3"/>
    <dgm:cxn modelId="{44DEFB12-94BC-46FC-8223-5049891CE30C}" type="presOf" srcId="{533198D9-075F-44E0-A7CA-CF5F38CC027B}" destId="{3A41DCA1-5644-48F1-801A-0DC82430C2EC}" srcOrd="1" destOrd="0" presId="urn:microsoft.com/office/officeart/2005/8/layout/bProcess3"/>
    <dgm:cxn modelId="{75830E55-2D2C-4755-8014-02258019C179}" srcId="{50C314E4-9C6D-4C8E-8762-64F169F3F937}" destId="{44DEF388-C23B-4711-A1DF-8A3561BCCC35}" srcOrd="12" destOrd="0" parTransId="{F2D0B167-CA9A-4FFF-B4EF-B91B84E9243C}" sibTransId="{1DE3A1B8-16D0-4E91-A446-49ED69B62E7F}"/>
    <dgm:cxn modelId="{E09BCD16-CC74-4A0E-AF65-ED4440506EEF}" type="presOf" srcId="{50C314E4-9C6D-4C8E-8762-64F169F3F937}" destId="{1C40FB60-FF73-4F31-81FD-A2BEFD34D958}" srcOrd="0" destOrd="0" presId="urn:microsoft.com/office/officeart/2005/8/layout/bProcess3"/>
    <dgm:cxn modelId="{352BA017-B412-4C21-97A9-6E7AFC105270}" type="presOf" srcId="{AE31CD7B-0784-451B-B002-368EE42937A3}" destId="{AE0A4F0A-EA3A-4000-96EE-CF6911DF6080}" srcOrd="1" destOrd="0" presId="urn:microsoft.com/office/officeart/2005/8/layout/bProcess3"/>
    <dgm:cxn modelId="{378F88A6-F632-4584-8A75-1BD424985DC8}" type="presOf" srcId="{E2D2957E-5B8F-4110-A981-772A28256914}" destId="{7FF9C174-A44B-40BF-98CB-0817D8945335}" srcOrd="0" destOrd="0" presId="urn:microsoft.com/office/officeart/2005/8/layout/bProcess3"/>
    <dgm:cxn modelId="{D15A65EC-89DE-467E-831F-6A4D5F0F65B3}" type="presOf" srcId="{798B3E5A-474A-4AD5-9FA7-2FFE17FABAF5}" destId="{0EA7FC06-F558-4726-B4E4-740F6D37AEC6}" srcOrd="0" destOrd="0" presId="urn:microsoft.com/office/officeart/2005/8/layout/bProcess3"/>
    <dgm:cxn modelId="{0F3A9923-1BFB-4AF2-B20A-296CD6C1371B}" type="presOf" srcId="{EDD25D10-71CD-4D21-9309-25D70A6EEECF}" destId="{A04FE8EC-69E7-4E95-A00E-7BE9F49733AB}" srcOrd="1" destOrd="0" presId="urn:microsoft.com/office/officeart/2005/8/layout/bProcess3"/>
    <dgm:cxn modelId="{A4ECF7E6-B9AB-45B4-97CF-A8AAC95CECD9}" type="presOf" srcId="{798B3E5A-474A-4AD5-9FA7-2FFE17FABAF5}" destId="{AE0D23DC-3A5F-4313-9D2A-CFE86E7287C3}" srcOrd="1" destOrd="0" presId="urn:microsoft.com/office/officeart/2005/8/layout/bProcess3"/>
    <dgm:cxn modelId="{AC500C75-909D-4E51-A2CF-5067B310E436}" type="presOf" srcId="{C9A4884A-9CFF-4E80-897C-EA951BCFA293}" destId="{96B395F7-F187-4F07-934B-B5BC013FC3B8}" srcOrd="0" destOrd="0" presId="urn:microsoft.com/office/officeart/2005/8/layout/bProcess3"/>
    <dgm:cxn modelId="{C482A8B0-DAA0-4BEA-AEF4-AC6EFE8C7661}" srcId="{50C314E4-9C6D-4C8E-8762-64F169F3F937}" destId="{D1599B20-23C5-4F80-B819-6939FE192EF3}" srcOrd="6" destOrd="0" parTransId="{30507B1C-C297-4C3B-B180-37BD3213A664}" sibTransId="{20E982D3-13CB-4966-8921-C02F39A65BFB}"/>
    <dgm:cxn modelId="{ADBD9D18-40E9-4AAE-8880-EEDCA67E4C51}" type="presOf" srcId="{C3B0FCAD-B26F-4888-BCD8-90C75E86DDED}" destId="{6E6F1551-F8EE-4A0A-8525-88CAFFA92D7D}" srcOrd="1" destOrd="0" presId="urn:microsoft.com/office/officeart/2005/8/layout/bProcess3"/>
    <dgm:cxn modelId="{428D6C9B-560F-4D14-BF35-CADCDA7C9E87}" type="presOf" srcId="{5524A69E-15AA-4982-8854-D9ABBE82A6D2}" destId="{760F1834-FBD9-4692-BA8F-60A60357EE78}" srcOrd="1" destOrd="0" presId="urn:microsoft.com/office/officeart/2005/8/layout/bProcess3"/>
    <dgm:cxn modelId="{EA20E790-5396-40F9-8EDF-C0462FDAA567}" srcId="{50C314E4-9C6D-4C8E-8762-64F169F3F937}" destId="{ADDB5607-5208-4850-A66F-62A09D5F9EAE}" srcOrd="7" destOrd="0" parTransId="{05418D87-8364-40A0-9875-A0781B7B7A14}" sibTransId="{2503EC76-C834-497A-9FC6-24E93A3AB762}"/>
    <dgm:cxn modelId="{CC6FF52A-77A0-4490-B54A-85CABEEF94B8}" srcId="{50C314E4-9C6D-4C8E-8762-64F169F3F937}" destId="{21D40F32-6F3C-408B-94B5-C874AB3C265D}" srcOrd="4" destOrd="0" parTransId="{5959D257-BCE9-4CC3-AE86-DF0C9FDF5DB2}" sibTransId="{7F0FBCA1-C0E9-40B8-A171-CA9E93F6FC61}"/>
    <dgm:cxn modelId="{315D7FC1-CAA5-4DCD-A3FA-F2F8C3EAEB3C}" type="presOf" srcId="{108A1946-DF62-4C50-941A-332A475DF911}" destId="{723AFC49-A4C6-4AE3-9A09-D5EE7622AC4B}" srcOrd="1" destOrd="0" presId="urn:microsoft.com/office/officeart/2005/8/layout/bProcess3"/>
    <dgm:cxn modelId="{CB01C948-9A90-4F5B-9A80-2D8639A786CF}" type="presOf" srcId="{D1599B20-23C5-4F80-B819-6939FE192EF3}" destId="{4E9B74EF-7A5F-41F0-83DD-B7A6C6A68CC7}" srcOrd="0" destOrd="0" presId="urn:microsoft.com/office/officeart/2005/8/layout/bProcess3"/>
    <dgm:cxn modelId="{DA0C9BFF-EC4F-417F-BB27-9C06D43FAFEB}" srcId="{50C314E4-9C6D-4C8E-8762-64F169F3F937}" destId="{255D4507-7B8F-4BD9-B806-645A17B46FFE}" srcOrd="8" destOrd="0" parTransId="{FC957E50-E312-4A59-87F6-C1F6B6677BAB}" sibTransId="{4CF486F5-540C-42D1-BDFD-191E3ACE5879}"/>
    <dgm:cxn modelId="{5DD8252A-D198-46B8-B0E9-07E11FC406DF}" type="presOf" srcId="{2503EC76-C834-497A-9FC6-24E93A3AB762}" destId="{4DC1A9D7-8F48-42C7-8251-C4725A1554E4}" srcOrd="1" destOrd="0" presId="urn:microsoft.com/office/officeart/2005/8/layout/bProcess3"/>
    <dgm:cxn modelId="{FA59F496-5290-4CD4-A81C-6A8AAC30FA63}" type="presOf" srcId="{7BFB8197-52C6-4B01-8ADF-C0573C18E9CA}" destId="{4EA33006-1AB1-42CA-9AE3-2A58DB98B5B3}" srcOrd="0" destOrd="0" presId="urn:microsoft.com/office/officeart/2005/8/layout/bProcess3"/>
    <dgm:cxn modelId="{4E6A9501-DBCB-43BC-9569-E1CFA7B681CD}" srcId="{50C314E4-9C6D-4C8E-8762-64F169F3F937}" destId="{ED0A14B0-7AD3-4090-BBC4-2BC884DE8864}" srcOrd="2" destOrd="0" parTransId="{71F760DD-AF57-4EE0-A25F-23A71CEDACA9}" sibTransId="{5524A69E-15AA-4982-8854-D9ABBE82A6D2}"/>
    <dgm:cxn modelId="{ED883052-C48C-427B-9464-FC9343D77D85}" type="presOf" srcId="{2503EC76-C834-497A-9FC6-24E93A3AB762}" destId="{A2014CA5-3B34-4400-ACF0-6AB2B7ECBFEE}" srcOrd="0" destOrd="0" presId="urn:microsoft.com/office/officeart/2005/8/layout/bProcess3"/>
    <dgm:cxn modelId="{F6DD0609-ABC3-4865-8F64-07CF513F44CB}" type="presOf" srcId="{CDD8089B-9B68-42B2-8A26-671A2BA930D5}" destId="{A9A6ED20-EECE-4257-B4F1-766DE7D19BDB}" srcOrd="0" destOrd="0" presId="urn:microsoft.com/office/officeart/2005/8/layout/bProcess3"/>
    <dgm:cxn modelId="{2DB60878-6FC6-4AD8-921B-7999DEDECFB7}" type="presOf" srcId="{20E982D3-13CB-4966-8921-C02F39A65BFB}" destId="{77338716-3EEE-4A8A-AAEE-7C3C5EAC330F}" srcOrd="0" destOrd="0" presId="urn:microsoft.com/office/officeart/2005/8/layout/bProcess3"/>
    <dgm:cxn modelId="{0799F640-C8EE-418D-B1DF-53B56663C80C}" type="presOf" srcId="{255D4507-7B8F-4BD9-B806-645A17B46FFE}" destId="{777A0E77-16B4-4E28-83D9-23DEFFDA5345}" srcOrd="0" destOrd="0" presId="urn:microsoft.com/office/officeart/2005/8/layout/bProcess3"/>
    <dgm:cxn modelId="{2593434F-06A0-4B52-B78C-6FA1361F4C36}" srcId="{50C314E4-9C6D-4C8E-8762-64F169F3F937}" destId="{0689D8BE-64A7-455C-8C22-4720706F868E}" srcOrd="9" destOrd="0" parTransId="{DB7DAB31-41FC-45B4-A3B7-B571E7079A6E}" sibTransId="{4CAD8077-9DBC-4284-8057-3B201C5BA55B}"/>
    <dgm:cxn modelId="{0DA8FFC1-0511-470D-B763-A8A4CAEABBB4}" type="presOf" srcId="{1DE3A1B8-16D0-4E91-A446-49ED69B62E7F}" destId="{9FECAA32-3975-4529-A431-1EF928D4A1F8}" srcOrd="0" destOrd="0" presId="urn:microsoft.com/office/officeart/2005/8/layout/bProcess3"/>
    <dgm:cxn modelId="{D44B846C-34E5-402A-AAC2-5218FB5D3900}" srcId="{50C314E4-9C6D-4C8E-8762-64F169F3F937}" destId="{CCE58B43-A395-43DD-824F-AF8B07DD36C5}" srcOrd="15" destOrd="0" parTransId="{EDDDAF78-19B5-4290-920F-529C5815B887}" sibTransId="{FE7465CF-2B6E-4865-AD69-68F43AEC39F9}"/>
    <dgm:cxn modelId="{F65C1E63-578E-4D17-98EB-44543E8B46AC}" type="presOf" srcId="{CCE58B43-A395-43DD-824F-AF8B07DD36C5}" destId="{829F8294-6F31-4664-A51F-B10438B94C61}" srcOrd="0" destOrd="0" presId="urn:microsoft.com/office/officeart/2005/8/layout/bProcess3"/>
    <dgm:cxn modelId="{C8725DFE-AAC0-4FC8-B97A-5BEFBE374DD4}" type="presOf" srcId="{4CF486F5-540C-42D1-BDFD-191E3ACE5879}" destId="{5679E437-1712-430D-85F7-55858456E471}" srcOrd="1" destOrd="0" presId="urn:microsoft.com/office/officeart/2005/8/layout/bProcess3"/>
    <dgm:cxn modelId="{F127021C-A381-4700-851F-9E053E78505E}" type="presOf" srcId="{B0B49199-B7DA-48EA-A7A2-F66D49E0BCD3}" destId="{25EC0690-599E-49AC-B287-8D1A2A6B337E}" srcOrd="0" destOrd="0" presId="urn:microsoft.com/office/officeart/2005/8/layout/bProcess3"/>
    <dgm:cxn modelId="{71687635-4E8C-480B-8509-8A6396DED4FA}" srcId="{50C314E4-9C6D-4C8E-8762-64F169F3F937}" destId="{DC560DB6-1911-4080-8F3D-94CA943B557C}" srcOrd="10" destOrd="0" parTransId="{301B6F00-8D18-4B5B-A442-1B2AF318F086}" sibTransId="{0C6A8E10-B4BF-41F0-B1A8-9F468C05D86D}"/>
    <dgm:cxn modelId="{6278B6ED-6AF9-41EB-A8E0-4B0132C30F79}" type="presOf" srcId="{7F0FBCA1-C0E9-40B8-A171-CA9E93F6FC61}" destId="{BD3EB14E-66F7-4E66-8E3A-0859162BFC95}" srcOrd="0" destOrd="0" presId="urn:microsoft.com/office/officeart/2005/8/layout/bProcess3"/>
    <dgm:cxn modelId="{6821EEAD-A8CE-4F23-A713-7B3C3760456F}" type="presOf" srcId="{B93C54C4-3034-419A-B066-6D6706543B46}" destId="{B38D5E70-ED23-4C2E-BDE7-38757468FCCD}" srcOrd="0" destOrd="0" presId="urn:microsoft.com/office/officeart/2005/8/layout/bProcess3"/>
    <dgm:cxn modelId="{751FB4C5-6E13-4485-A851-FCA3B5DAFC92}" srcId="{50C314E4-9C6D-4C8E-8762-64F169F3F937}" destId="{B0B49199-B7DA-48EA-A7A2-F66D49E0BCD3}" srcOrd="13" destOrd="0" parTransId="{B86358CC-0146-4266-A290-29E270B75A6E}" sibTransId="{108A1946-DF62-4C50-941A-332A475DF911}"/>
    <dgm:cxn modelId="{BE432291-EF67-4D3B-AF81-8DA44BCD884C}" type="presOf" srcId="{0C6A8E10-B4BF-41F0-B1A8-9F468C05D86D}" destId="{E0234950-A1FF-4281-844C-31AAF5B8EB6C}" srcOrd="1" destOrd="0" presId="urn:microsoft.com/office/officeart/2005/8/layout/bProcess3"/>
    <dgm:cxn modelId="{1312D2DC-17E2-4585-B116-3A97D187F6FC}" type="presOf" srcId="{533198D9-075F-44E0-A7CA-CF5F38CC027B}" destId="{338FE417-04EE-47D9-9150-C7A2C4A073A0}" srcOrd="0" destOrd="0" presId="urn:microsoft.com/office/officeart/2005/8/layout/bProcess3"/>
    <dgm:cxn modelId="{59E9B77C-9D53-4997-9135-5770620D787D}" srcId="{50C314E4-9C6D-4C8E-8762-64F169F3F937}" destId="{7BFB8197-52C6-4B01-8ADF-C0573C18E9CA}" srcOrd="3" destOrd="0" parTransId="{E92162DD-04B7-41C0-A783-56DCB4E06EB0}" sibTransId="{C3B0FCAD-B26F-4888-BCD8-90C75E86DDED}"/>
    <dgm:cxn modelId="{B1CE8CFA-CD82-406D-91AD-4640A5A51E20}" type="presOf" srcId="{21D40F32-6F3C-408B-94B5-C874AB3C265D}" destId="{66C0E43C-9775-45F6-A131-E4B4217BB0CE}" srcOrd="0" destOrd="0" presId="urn:microsoft.com/office/officeart/2005/8/layout/bProcess3"/>
    <dgm:cxn modelId="{EECA852F-E1E1-40CD-8F0B-61225D75A911}" srcId="{50C314E4-9C6D-4C8E-8762-64F169F3F937}" destId="{E2341079-C464-4CA3-846A-E92312ECAEFE}" srcOrd="5" destOrd="0" parTransId="{41F5FD35-1428-4353-B870-076DA6340092}" sibTransId="{B93C54C4-3034-419A-B066-6D6706543B46}"/>
    <dgm:cxn modelId="{94B47AFB-D13D-4251-8104-1A5254D312DD}" type="presOf" srcId="{ED0A14B0-7AD3-4090-BBC4-2BC884DE8864}" destId="{E624E633-52B9-4EAE-A4A9-32B5D5DD07E7}" srcOrd="0" destOrd="0" presId="urn:microsoft.com/office/officeart/2005/8/layout/bProcess3"/>
    <dgm:cxn modelId="{403A9952-AD31-4946-A1FD-01216EB41375}" type="presOf" srcId="{0C6A8E10-B4BF-41F0-B1A8-9F468C05D86D}" destId="{9AC85EE4-6D92-4317-B6EC-338E509257A7}" srcOrd="0" destOrd="0" presId="urn:microsoft.com/office/officeart/2005/8/layout/bProcess3"/>
    <dgm:cxn modelId="{3600E476-3A35-4ECB-B63C-CB0D8F5A3042}" type="presOf" srcId="{ADDB5607-5208-4850-A66F-62A09D5F9EAE}" destId="{84F235BE-42E1-4F32-9A62-E15CB6DF1B6B}" srcOrd="0" destOrd="0" presId="urn:microsoft.com/office/officeart/2005/8/layout/bProcess3"/>
    <dgm:cxn modelId="{65102EAC-5EF8-4C11-8D1D-24F40920741D}" type="presOf" srcId="{AC7D8298-30E9-448D-9248-C12B408E2E14}" destId="{157767C9-A773-47C6-B26E-055006F3A05C}" srcOrd="0" destOrd="0" presId="urn:microsoft.com/office/officeart/2005/8/layout/bProcess3"/>
    <dgm:cxn modelId="{0973913C-01B9-4F1A-AB2F-80ADC47D2881}" type="presOf" srcId="{108A1946-DF62-4C50-941A-332A475DF911}" destId="{09CCF426-282B-44D4-BE6D-7D3E300923D0}" srcOrd="0" destOrd="0" presId="urn:microsoft.com/office/officeart/2005/8/layout/bProcess3"/>
    <dgm:cxn modelId="{81CC052B-35C7-4C4D-A11A-0825C955ED85}" type="presOf" srcId="{0689D8BE-64A7-455C-8C22-4720706F868E}" destId="{26555727-F8F6-4C80-B7C4-765F59F11512}" srcOrd="0" destOrd="0" presId="urn:microsoft.com/office/officeart/2005/8/layout/bProcess3"/>
    <dgm:cxn modelId="{5767EC45-477E-42CF-8707-23C0AA41F992}" type="presOf" srcId="{AE31CD7B-0784-451B-B002-368EE42937A3}" destId="{6354ED64-0F73-4876-802D-E98844F96F80}" srcOrd="0" destOrd="0" presId="urn:microsoft.com/office/officeart/2005/8/layout/bProcess3"/>
    <dgm:cxn modelId="{31A87435-6FD3-46DC-8468-16AB5D0D97B4}" type="presParOf" srcId="{1C40FB60-FF73-4F31-81FD-A2BEFD34D958}" destId="{96B395F7-F187-4F07-934B-B5BC013FC3B8}" srcOrd="0" destOrd="0" presId="urn:microsoft.com/office/officeart/2005/8/layout/bProcess3"/>
    <dgm:cxn modelId="{BDC30C6F-DEA1-4ED2-BAC7-0555C468EB7C}" type="presParOf" srcId="{1C40FB60-FF73-4F31-81FD-A2BEFD34D958}" destId="{8D9CFC0D-6DBA-437D-B746-A9183CDE891A}" srcOrd="1" destOrd="0" presId="urn:microsoft.com/office/officeart/2005/8/layout/bProcess3"/>
    <dgm:cxn modelId="{2C06B406-AB5E-411E-80C9-28A0F0270360}" type="presParOf" srcId="{8D9CFC0D-6DBA-437D-B746-A9183CDE891A}" destId="{A04FE8EC-69E7-4E95-A00E-7BE9F49733AB}" srcOrd="0" destOrd="0" presId="urn:microsoft.com/office/officeart/2005/8/layout/bProcess3"/>
    <dgm:cxn modelId="{D6CCFC3C-CE1D-4EBC-A79B-8A275FE27DEE}" type="presParOf" srcId="{1C40FB60-FF73-4F31-81FD-A2BEFD34D958}" destId="{7FF9C174-A44B-40BF-98CB-0817D8945335}" srcOrd="2" destOrd="0" presId="urn:microsoft.com/office/officeart/2005/8/layout/bProcess3"/>
    <dgm:cxn modelId="{30B5DC1A-9963-4016-A847-54E7312F631F}" type="presParOf" srcId="{1C40FB60-FF73-4F31-81FD-A2BEFD34D958}" destId="{6354ED64-0F73-4876-802D-E98844F96F80}" srcOrd="3" destOrd="0" presId="urn:microsoft.com/office/officeart/2005/8/layout/bProcess3"/>
    <dgm:cxn modelId="{0D36D3FC-C2CA-4E37-8C6F-8B398DEA0A4E}" type="presParOf" srcId="{6354ED64-0F73-4876-802D-E98844F96F80}" destId="{AE0A4F0A-EA3A-4000-96EE-CF6911DF6080}" srcOrd="0" destOrd="0" presId="urn:microsoft.com/office/officeart/2005/8/layout/bProcess3"/>
    <dgm:cxn modelId="{6531BA9D-2955-4DFB-8ED1-B033702BEDF4}" type="presParOf" srcId="{1C40FB60-FF73-4F31-81FD-A2BEFD34D958}" destId="{E624E633-52B9-4EAE-A4A9-32B5D5DD07E7}" srcOrd="4" destOrd="0" presId="urn:microsoft.com/office/officeart/2005/8/layout/bProcess3"/>
    <dgm:cxn modelId="{9719D1AC-ADE7-4046-9846-FE8BB3F3E288}" type="presParOf" srcId="{1C40FB60-FF73-4F31-81FD-A2BEFD34D958}" destId="{B9EDBAD6-88A6-41CD-A7C5-E511CF9C0E42}" srcOrd="5" destOrd="0" presId="urn:microsoft.com/office/officeart/2005/8/layout/bProcess3"/>
    <dgm:cxn modelId="{E42057D2-3E5E-4F78-B9FD-FB3E0AEE46AE}" type="presParOf" srcId="{B9EDBAD6-88A6-41CD-A7C5-E511CF9C0E42}" destId="{760F1834-FBD9-4692-BA8F-60A60357EE78}" srcOrd="0" destOrd="0" presId="urn:microsoft.com/office/officeart/2005/8/layout/bProcess3"/>
    <dgm:cxn modelId="{C6F710AC-B4A6-457D-BCD8-0DFC9627737C}" type="presParOf" srcId="{1C40FB60-FF73-4F31-81FD-A2BEFD34D958}" destId="{4EA33006-1AB1-42CA-9AE3-2A58DB98B5B3}" srcOrd="6" destOrd="0" presId="urn:microsoft.com/office/officeart/2005/8/layout/bProcess3"/>
    <dgm:cxn modelId="{48F7AC46-FD08-4A1E-9AA3-3EBB4689E118}" type="presParOf" srcId="{1C40FB60-FF73-4F31-81FD-A2BEFD34D958}" destId="{917B10D3-7ACE-457B-A13A-DD2D52DDA242}" srcOrd="7" destOrd="0" presId="urn:microsoft.com/office/officeart/2005/8/layout/bProcess3"/>
    <dgm:cxn modelId="{74318044-E878-4DC1-8E2F-D832847C1E3A}" type="presParOf" srcId="{917B10D3-7ACE-457B-A13A-DD2D52DDA242}" destId="{6E6F1551-F8EE-4A0A-8525-88CAFFA92D7D}" srcOrd="0" destOrd="0" presId="urn:microsoft.com/office/officeart/2005/8/layout/bProcess3"/>
    <dgm:cxn modelId="{D2040C13-9B44-4A82-A179-8D9D8D6B2D9D}" type="presParOf" srcId="{1C40FB60-FF73-4F31-81FD-A2BEFD34D958}" destId="{66C0E43C-9775-45F6-A131-E4B4217BB0CE}" srcOrd="8" destOrd="0" presId="urn:microsoft.com/office/officeart/2005/8/layout/bProcess3"/>
    <dgm:cxn modelId="{32F12C5D-6215-4354-994F-01C7B1F73FCB}" type="presParOf" srcId="{1C40FB60-FF73-4F31-81FD-A2BEFD34D958}" destId="{BD3EB14E-66F7-4E66-8E3A-0859162BFC95}" srcOrd="9" destOrd="0" presId="urn:microsoft.com/office/officeart/2005/8/layout/bProcess3"/>
    <dgm:cxn modelId="{2A63CC98-1119-4512-81D2-F7F4BD3F13FD}" type="presParOf" srcId="{BD3EB14E-66F7-4E66-8E3A-0859162BFC95}" destId="{4E108CD1-F5E5-41AF-86F5-84BA948B2203}" srcOrd="0" destOrd="0" presId="urn:microsoft.com/office/officeart/2005/8/layout/bProcess3"/>
    <dgm:cxn modelId="{F3C79E23-0344-4A4E-928A-E41F7D6A92D3}" type="presParOf" srcId="{1C40FB60-FF73-4F31-81FD-A2BEFD34D958}" destId="{851EDB6E-5416-45FA-96D1-4AF90B5E6593}" srcOrd="10" destOrd="0" presId="urn:microsoft.com/office/officeart/2005/8/layout/bProcess3"/>
    <dgm:cxn modelId="{4BE8B735-8AA2-4051-8824-151AEB6030EC}" type="presParOf" srcId="{1C40FB60-FF73-4F31-81FD-A2BEFD34D958}" destId="{B38D5E70-ED23-4C2E-BDE7-38757468FCCD}" srcOrd="11" destOrd="0" presId="urn:microsoft.com/office/officeart/2005/8/layout/bProcess3"/>
    <dgm:cxn modelId="{FDE5EE89-2E7E-4349-BBAA-9662D07A4CC9}" type="presParOf" srcId="{B38D5E70-ED23-4C2E-BDE7-38757468FCCD}" destId="{5D04CB7B-C1E4-483E-B6AB-5312FAF2BF6C}" srcOrd="0" destOrd="0" presId="urn:microsoft.com/office/officeart/2005/8/layout/bProcess3"/>
    <dgm:cxn modelId="{589CE767-BCE2-452E-A739-19C7174EE30A}" type="presParOf" srcId="{1C40FB60-FF73-4F31-81FD-A2BEFD34D958}" destId="{4E9B74EF-7A5F-41F0-83DD-B7A6C6A68CC7}" srcOrd="12" destOrd="0" presId="urn:microsoft.com/office/officeart/2005/8/layout/bProcess3"/>
    <dgm:cxn modelId="{852F652C-41D2-48DD-BBF6-E7E94CF0CB08}" type="presParOf" srcId="{1C40FB60-FF73-4F31-81FD-A2BEFD34D958}" destId="{77338716-3EEE-4A8A-AAEE-7C3C5EAC330F}" srcOrd="13" destOrd="0" presId="urn:microsoft.com/office/officeart/2005/8/layout/bProcess3"/>
    <dgm:cxn modelId="{104B726D-7090-4B16-84C6-68A15F30E954}" type="presParOf" srcId="{77338716-3EEE-4A8A-AAEE-7C3C5EAC330F}" destId="{29EBF01B-4A59-4AE1-890A-41CDB8988300}" srcOrd="0" destOrd="0" presId="urn:microsoft.com/office/officeart/2005/8/layout/bProcess3"/>
    <dgm:cxn modelId="{43746EF0-D351-42D5-B91A-AD94D12021DA}" type="presParOf" srcId="{1C40FB60-FF73-4F31-81FD-A2BEFD34D958}" destId="{84F235BE-42E1-4F32-9A62-E15CB6DF1B6B}" srcOrd="14" destOrd="0" presId="urn:microsoft.com/office/officeart/2005/8/layout/bProcess3"/>
    <dgm:cxn modelId="{4993662F-526B-45FB-AEC3-D98723EEB77A}" type="presParOf" srcId="{1C40FB60-FF73-4F31-81FD-A2BEFD34D958}" destId="{A2014CA5-3B34-4400-ACF0-6AB2B7ECBFEE}" srcOrd="15" destOrd="0" presId="urn:microsoft.com/office/officeart/2005/8/layout/bProcess3"/>
    <dgm:cxn modelId="{2398B594-3D7D-4069-BDF5-44F371B7C803}" type="presParOf" srcId="{A2014CA5-3B34-4400-ACF0-6AB2B7ECBFEE}" destId="{4DC1A9D7-8F48-42C7-8251-C4725A1554E4}" srcOrd="0" destOrd="0" presId="urn:microsoft.com/office/officeart/2005/8/layout/bProcess3"/>
    <dgm:cxn modelId="{4B7B98EB-FD71-42D7-B5C7-F0CEA2FC1F19}" type="presParOf" srcId="{1C40FB60-FF73-4F31-81FD-A2BEFD34D958}" destId="{777A0E77-16B4-4E28-83D9-23DEFFDA5345}" srcOrd="16" destOrd="0" presId="urn:microsoft.com/office/officeart/2005/8/layout/bProcess3"/>
    <dgm:cxn modelId="{9F045059-5A86-45D3-9F5C-E83205B3EB0D}" type="presParOf" srcId="{1C40FB60-FF73-4F31-81FD-A2BEFD34D958}" destId="{C64C606A-8B49-4D87-A43D-CA63A88136B3}" srcOrd="17" destOrd="0" presId="urn:microsoft.com/office/officeart/2005/8/layout/bProcess3"/>
    <dgm:cxn modelId="{2039D544-7279-42C9-9CFD-5F87CF22808A}" type="presParOf" srcId="{C64C606A-8B49-4D87-A43D-CA63A88136B3}" destId="{5679E437-1712-430D-85F7-55858456E471}" srcOrd="0" destOrd="0" presId="urn:microsoft.com/office/officeart/2005/8/layout/bProcess3"/>
    <dgm:cxn modelId="{C429D58C-FF11-44FC-AE00-DFC540AF2B93}" type="presParOf" srcId="{1C40FB60-FF73-4F31-81FD-A2BEFD34D958}" destId="{26555727-F8F6-4C80-B7C4-765F59F11512}" srcOrd="18" destOrd="0" presId="urn:microsoft.com/office/officeart/2005/8/layout/bProcess3"/>
    <dgm:cxn modelId="{4F43FF35-5001-4107-81CA-CB2D8387A377}" type="presParOf" srcId="{1C40FB60-FF73-4F31-81FD-A2BEFD34D958}" destId="{900A568A-4703-43F5-841C-F23F1695F6EC}" srcOrd="19" destOrd="0" presId="urn:microsoft.com/office/officeart/2005/8/layout/bProcess3"/>
    <dgm:cxn modelId="{5A770074-2DCF-48F1-B519-314A40CDDFEC}" type="presParOf" srcId="{900A568A-4703-43F5-841C-F23F1695F6EC}" destId="{6CF21711-2768-4C88-85AE-D0191B7E7B8E}" srcOrd="0" destOrd="0" presId="urn:microsoft.com/office/officeart/2005/8/layout/bProcess3"/>
    <dgm:cxn modelId="{41085A06-B424-47B9-B4E5-BAB545D08C53}" type="presParOf" srcId="{1C40FB60-FF73-4F31-81FD-A2BEFD34D958}" destId="{971A59DE-B411-4B3C-BBE7-5A17F4A92017}" srcOrd="20" destOrd="0" presId="urn:microsoft.com/office/officeart/2005/8/layout/bProcess3"/>
    <dgm:cxn modelId="{9481A6F7-EAAE-4CEB-AD48-A78B08917B39}" type="presParOf" srcId="{1C40FB60-FF73-4F31-81FD-A2BEFD34D958}" destId="{9AC85EE4-6D92-4317-B6EC-338E509257A7}" srcOrd="21" destOrd="0" presId="urn:microsoft.com/office/officeart/2005/8/layout/bProcess3"/>
    <dgm:cxn modelId="{CFDA6521-DE83-4E0C-9C2A-69FD1244FD78}" type="presParOf" srcId="{9AC85EE4-6D92-4317-B6EC-338E509257A7}" destId="{E0234950-A1FF-4281-844C-31AAF5B8EB6C}" srcOrd="0" destOrd="0" presId="urn:microsoft.com/office/officeart/2005/8/layout/bProcess3"/>
    <dgm:cxn modelId="{82D6A4AD-CDF4-413F-B2B5-44B61C89D0B9}" type="presParOf" srcId="{1C40FB60-FF73-4F31-81FD-A2BEFD34D958}" destId="{A9A6ED20-EECE-4257-B4F1-766DE7D19BDB}" srcOrd="22" destOrd="0" presId="urn:microsoft.com/office/officeart/2005/8/layout/bProcess3"/>
    <dgm:cxn modelId="{488118FA-D0E6-4763-A2C5-CAC5936AD9CD}" type="presParOf" srcId="{1C40FB60-FF73-4F31-81FD-A2BEFD34D958}" destId="{0EA7FC06-F558-4726-B4E4-740F6D37AEC6}" srcOrd="23" destOrd="0" presId="urn:microsoft.com/office/officeart/2005/8/layout/bProcess3"/>
    <dgm:cxn modelId="{CA6CDE22-8B7F-40A4-9B06-88EE03E22EF7}" type="presParOf" srcId="{0EA7FC06-F558-4726-B4E4-740F6D37AEC6}" destId="{AE0D23DC-3A5F-4313-9D2A-CFE86E7287C3}" srcOrd="0" destOrd="0" presId="urn:microsoft.com/office/officeart/2005/8/layout/bProcess3"/>
    <dgm:cxn modelId="{01FF42C6-A7B0-497E-A3D7-D7C671F254FE}" type="presParOf" srcId="{1C40FB60-FF73-4F31-81FD-A2BEFD34D958}" destId="{4E3DF917-13AF-4BA3-A4E3-B7E12EFF3B83}" srcOrd="24" destOrd="0" presId="urn:microsoft.com/office/officeart/2005/8/layout/bProcess3"/>
    <dgm:cxn modelId="{48EB6F46-F7A0-402D-B2FC-82CCD5B537A5}" type="presParOf" srcId="{1C40FB60-FF73-4F31-81FD-A2BEFD34D958}" destId="{9FECAA32-3975-4529-A431-1EF928D4A1F8}" srcOrd="25" destOrd="0" presId="urn:microsoft.com/office/officeart/2005/8/layout/bProcess3"/>
    <dgm:cxn modelId="{D21DCA13-C5E3-4831-9B2C-5B074B2AEC3D}" type="presParOf" srcId="{9FECAA32-3975-4529-A431-1EF928D4A1F8}" destId="{9ACC0A1C-01BC-4265-9667-15A3762F4B7E}" srcOrd="0" destOrd="0" presId="urn:microsoft.com/office/officeart/2005/8/layout/bProcess3"/>
    <dgm:cxn modelId="{7124F8EA-7C29-4370-9D74-6D4CE7AFCE6C}" type="presParOf" srcId="{1C40FB60-FF73-4F31-81FD-A2BEFD34D958}" destId="{25EC0690-599E-49AC-B287-8D1A2A6B337E}" srcOrd="26" destOrd="0" presId="urn:microsoft.com/office/officeart/2005/8/layout/bProcess3"/>
    <dgm:cxn modelId="{30513453-4259-4DBC-B688-C5945800E121}" type="presParOf" srcId="{1C40FB60-FF73-4F31-81FD-A2BEFD34D958}" destId="{09CCF426-282B-44D4-BE6D-7D3E300923D0}" srcOrd="27" destOrd="0" presId="urn:microsoft.com/office/officeart/2005/8/layout/bProcess3"/>
    <dgm:cxn modelId="{4E7162F3-C7A9-4BD0-9B42-C878AB447BA6}" type="presParOf" srcId="{09CCF426-282B-44D4-BE6D-7D3E300923D0}" destId="{723AFC49-A4C6-4AE3-9A09-D5EE7622AC4B}" srcOrd="0" destOrd="0" presId="urn:microsoft.com/office/officeart/2005/8/layout/bProcess3"/>
    <dgm:cxn modelId="{F4718AC6-7763-44A3-831B-58052CE93CD0}" type="presParOf" srcId="{1C40FB60-FF73-4F31-81FD-A2BEFD34D958}" destId="{157767C9-A773-47C6-B26E-055006F3A05C}" srcOrd="28" destOrd="0" presId="urn:microsoft.com/office/officeart/2005/8/layout/bProcess3"/>
    <dgm:cxn modelId="{BFB5E5EC-67E3-4E31-A0F6-0ADE43E22A6A}" type="presParOf" srcId="{1C40FB60-FF73-4F31-81FD-A2BEFD34D958}" destId="{338FE417-04EE-47D9-9150-C7A2C4A073A0}" srcOrd="29" destOrd="0" presId="urn:microsoft.com/office/officeart/2005/8/layout/bProcess3"/>
    <dgm:cxn modelId="{9A9E0521-5AB2-4767-98E2-9B4491B3F4F9}" type="presParOf" srcId="{338FE417-04EE-47D9-9150-C7A2C4A073A0}" destId="{3A41DCA1-5644-48F1-801A-0DC82430C2EC}" srcOrd="0" destOrd="0" presId="urn:microsoft.com/office/officeart/2005/8/layout/bProcess3"/>
    <dgm:cxn modelId="{32922E59-74D2-41CE-874D-C736D24CF037}" type="presParOf" srcId="{1C40FB60-FF73-4F31-81FD-A2BEFD34D958}" destId="{829F8294-6F31-4664-A51F-B10438B94C61}" srcOrd="30" destOrd="0" presId="urn:microsoft.com/office/officeart/2005/8/layout/bProcess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7D0157-0748-4105-890E-634CD92E15D1}" type="doc">
      <dgm:prSet loTypeId="urn:microsoft.com/office/officeart/2005/8/layout/pyramid1" loCatId="pyramid" qsTypeId="urn:microsoft.com/office/officeart/2005/8/quickstyle/simple1" qsCatId="simple" csTypeId="urn:microsoft.com/office/officeart/2005/8/colors/accent0_1" csCatId="mainScheme" phldr="1"/>
      <dgm:spPr/>
    </dgm:pt>
    <dgm:pt modelId="{2BA672BD-EF81-4C54-98CF-99A8693324A0}">
      <dgm:prSet phldrT="[Texto]" custT="1"/>
      <dgm:spPr/>
      <dgm:t>
        <a:bodyPr/>
        <a:lstStyle/>
        <a:p>
          <a:r>
            <a:rPr lang="es-ES" sz="1800" dirty="0" smtClean="0"/>
            <a:t>ADMIN</a:t>
          </a:r>
          <a:endParaRPr lang="es-ES" sz="1800" dirty="0"/>
        </a:p>
      </dgm:t>
    </dgm:pt>
    <dgm:pt modelId="{5AA121B4-EADC-434D-9C1E-DDA4DB402F7B}" type="parTrans" cxnId="{69B86F44-9993-4C1A-8993-F4576FADD6A6}">
      <dgm:prSet/>
      <dgm:spPr/>
      <dgm:t>
        <a:bodyPr/>
        <a:lstStyle/>
        <a:p>
          <a:endParaRPr lang="es-ES"/>
        </a:p>
      </dgm:t>
    </dgm:pt>
    <dgm:pt modelId="{02BFEED3-7009-44B5-8707-B40CDE405AEA}" type="sibTrans" cxnId="{69B86F44-9993-4C1A-8993-F4576FADD6A6}">
      <dgm:prSet/>
      <dgm:spPr/>
      <dgm:t>
        <a:bodyPr/>
        <a:lstStyle/>
        <a:p>
          <a:endParaRPr lang="es-ES"/>
        </a:p>
      </dgm:t>
    </dgm:pt>
    <dgm:pt modelId="{7A170592-D544-49FF-8329-9A572911B588}">
      <dgm:prSet phldrT="[Texto]" custT="1"/>
      <dgm:spPr/>
      <dgm:t>
        <a:bodyPr/>
        <a:lstStyle/>
        <a:p>
          <a:r>
            <a:rPr lang="es-ES" sz="1800" dirty="0" smtClean="0"/>
            <a:t>USERS</a:t>
          </a:r>
          <a:endParaRPr lang="es-ES" sz="1800" dirty="0"/>
        </a:p>
      </dgm:t>
    </dgm:pt>
    <dgm:pt modelId="{E2E6BEF9-3B69-49FA-812C-0F8477D635EA}" type="parTrans" cxnId="{D15FF824-4730-4034-9E12-835BF9E7B5D5}">
      <dgm:prSet/>
      <dgm:spPr/>
      <dgm:t>
        <a:bodyPr/>
        <a:lstStyle/>
        <a:p>
          <a:endParaRPr lang="es-ES"/>
        </a:p>
      </dgm:t>
    </dgm:pt>
    <dgm:pt modelId="{A08FDDFB-8405-48A6-AF4F-063AA806F29D}" type="sibTrans" cxnId="{D15FF824-4730-4034-9E12-835BF9E7B5D5}">
      <dgm:prSet/>
      <dgm:spPr/>
      <dgm:t>
        <a:bodyPr/>
        <a:lstStyle/>
        <a:p>
          <a:endParaRPr lang="es-ES"/>
        </a:p>
      </dgm:t>
    </dgm:pt>
    <dgm:pt modelId="{9FDB9B38-4C4E-4CFE-ABD2-D7F238857FEA}">
      <dgm:prSet phldrT="[Texto]" custT="1"/>
      <dgm:spPr/>
      <dgm:t>
        <a:bodyPr/>
        <a:lstStyle/>
        <a:p>
          <a:r>
            <a:rPr lang="es-ES" sz="1800" dirty="0" smtClean="0"/>
            <a:t>PERSONS NOT REGISTERED FOR THE APP.</a:t>
          </a:r>
          <a:endParaRPr lang="es-ES" sz="1800" dirty="0"/>
        </a:p>
      </dgm:t>
    </dgm:pt>
    <dgm:pt modelId="{C743F9FD-4B13-4C5B-B7AF-6117CE5DE634}" type="parTrans" cxnId="{B3F4E9F9-872A-4423-8C63-874E0F9762C5}">
      <dgm:prSet/>
      <dgm:spPr/>
      <dgm:t>
        <a:bodyPr/>
        <a:lstStyle/>
        <a:p>
          <a:endParaRPr lang="es-ES"/>
        </a:p>
      </dgm:t>
    </dgm:pt>
    <dgm:pt modelId="{C8687F1C-3239-4299-B4C3-C7C71756577A}" type="sibTrans" cxnId="{B3F4E9F9-872A-4423-8C63-874E0F9762C5}">
      <dgm:prSet/>
      <dgm:spPr/>
      <dgm:t>
        <a:bodyPr/>
        <a:lstStyle/>
        <a:p>
          <a:endParaRPr lang="es-ES"/>
        </a:p>
      </dgm:t>
    </dgm:pt>
    <dgm:pt modelId="{526024F6-A728-4BB2-A756-743155A0A2EF}" type="pres">
      <dgm:prSet presAssocID="{097D0157-0748-4105-890E-634CD92E15D1}" presName="Name0" presStyleCnt="0">
        <dgm:presLayoutVars>
          <dgm:dir/>
          <dgm:animLvl val="lvl"/>
          <dgm:resizeHandles val="exact"/>
        </dgm:presLayoutVars>
      </dgm:prSet>
      <dgm:spPr/>
    </dgm:pt>
    <dgm:pt modelId="{75EC84A3-5A5F-47FD-B408-F327D204AD78}" type="pres">
      <dgm:prSet presAssocID="{2BA672BD-EF81-4C54-98CF-99A8693324A0}" presName="Name8" presStyleCnt="0"/>
      <dgm:spPr/>
    </dgm:pt>
    <dgm:pt modelId="{3CFD093C-2BDF-4BA0-A91A-A2DFDD61D140}" type="pres">
      <dgm:prSet presAssocID="{2BA672BD-EF81-4C54-98CF-99A8693324A0}" presName="level" presStyleLbl="node1" presStyleIdx="0" presStyleCnt="3">
        <dgm:presLayoutVars>
          <dgm:chMax val="1"/>
          <dgm:bulletEnabled val="1"/>
        </dgm:presLayoutVars>
      </dgm:prSet>
      <dgm:spPr/>
      <dgm:t>
        <a:bodyPr/>
        <a:lstStyle/>
        <a:p>
          <a:endParaRPr lang="es-ES"/>
        </a:p>
      </dgm:t>
    </dgm:pt>
    <dgm:pt modelId="{832AB86B-4A21-4E29-99E7-E89B743591D7}" type="pres">
      <dgm:prSet presAssocID="{2BA672BD-EF81-4C54-98CF-99A8693324A0}" presName="levelTx" presStyleLbl="revTx" presStyleIdx="0" presStyleCnt="0">
        <dgm:presLayoutVars>
          <dgm:chMax val="1"/>
          <dgm:bulletEnabled val="1"/>
        </dgm:presLayoutVars>
      </dgm:prSet>
      <dgm:spPr/>
      <dgm:t>
        <a:bodyPr/>
        <a:lstStyle/>
        <a:p>
          <a:endParaRPr lang="es-ES"/>
        </a:p>
      </dgm:t>
    </dgm:pt>
    <dgm:pt modelId="{9AAD65DC-AB84-4C09-9449-7D58FA279D8C}" type="pres">
      <dgm:prSet presAssocID="{7A170592-D544-49FF-8329-9A572911B588}" presName="Name8" presStyleCnt="0"/>
      <dgm:spPr/>
    </dgm:pt>
    <dgm:pt modelId="{74072322-2F7D-49DD-8B38-5380F64091C6}" type="pres">
      <dgm:prSet presAssocID="{7A170592-D544-49FF-8329-9A572911B588}" presName="level" presStyleLbl="node1" presStyleIdx="1" presStyleCnt="3">
        <dgm:presLayoutVars>
          <dgm:chMax val="1"/>
          <dgm:bulletEnabled val="1"/>
        </dgm:presLayoutVars>
      </dgm:prSet>
      <dgm:spPr/>
      <dgm:t>
        <a:bodyPr/>
        <a:lstStyle/>
        <a:p>
          <a:endParaRPr lang="es-ES"/>
        </a:p>
      </dgm:t>
    </dgm:pt>
    <dgm:pt modelId="{18880D60-C27B-4698-8537-42695BC7BA2F}" type="pres">
      <dgm:prSet presAssocID="{7A170592-D544-49FF-8329-9A572911B588}" presName="levelTx" presStyleLbl="revTx" presStyleIdx="0" presStyleCnt="0">
        <dgm:presLayoutVars>
          <dgm:chMax val="1"/>
          <dgm:bulletEnabled val="1"/>
        </dgm:presLayoutVars>
      </dgm:prSet>
      <dgm:spPr/>
      <dgm:t>
        <a:bodyPr/>
        <a:lstStyle/>
        <a:p>
          <a:endParaRPr lang="es-ES"/>
        </a:p>
      </dgm:t>
    </dgm:pt>
    <dgm:pt modelId="{35361B1F-C305-4FC7-859E-85247C56646C}" type="pres">
      <dgm:prSet presAssocID="{9FDB9B38-4C4E-4CFE-ABD2-D7F238857FEA}" presName="Name8" presStyleCnt="0"/>
      <dgm:spPr/>
    </dgm:pt>
    <dgm:pt modelId="{4530CD9A-E43D-4E88-BDBC-BBEC35269A06}" type="pres">
      <dgm:prSet presAssocID="{9FDB9B38-4C4E-4CFE-ABD2-D7F238857FEA}" presName="level" presStyleLbl="node1" presStyleIdx="2" presStyleCnt="3">
        <dgm:presLayoutVars>
          <dgm:chMax val="1"/>
          <dgm:bulletEnabled val="1"/>
        </dgm:presLayoutVars>
      </dgm:prSet>
      <dgm:spPr/>
      <dgm:t>
        <a:bodyPr/>
        <a:lstStyle/>
        <a:p>
          <a:endParaRPr lang="es-ES"/>
        </a:p>
      </dgm:t>
    </dgm:pt>
    <dgm:pt modelId="{0B5D87A6-7BB1-4D5D-9844-0C2AC5B34EE7}" type="pres">
      <dgm:prSet presAssocID="{9FDB9B38-4C4E-4CFE-ABD2-D7F238857FEA}" presName="levelTx" presStyleLbl="revTx" presStyleIdx="0" presStyleCnt="0">
        <dgm:presLayoutVars>
          <dgm:chMax val="1"/>
          <dgm:bulletEnabled val="1"/>
        </dgm:presLayoutVars>
      </dgm:prSet>
      <dgm:spPr/>
      <dgm:t>
        <a:bodyPr/>
        <a:lstStyle/>
        <a:p>
          <a:endParaRPr lang="es-ES"/>
        </a:p>
      </dgm:t>
    </dgm:pt>
  </dgm:ptLst>
  <dgm:cxnLst>
    <dgm:cxn modelId="{F2C95E30-CD2F-455F-AD1B-C50D7A8CB8E4}" type="presOf" srcId="{9FDB9B38-4C4E-4CFE-ABD2-D7F238857FEA}" destId="{0B5D87A6-7BB1-4D5D-9844-0C2AC5B34EE7}" srcOrd="1" destOrd="0" presId="urn:microsoft.com/office/officeart/2005/8/layout/pyramid1"/>
    <dgm:cxn modelId="{FD128DE0-22E7-4D2F-AC6C-A02D0CCA308C}" type="presOf" srcId="{2BA672BD-EF81-4C54-98CF-99A8693324A0}" destId="{832AB86B-4A21-4E29-99E7-E89B743591D7}" srcOrd="1" destOrd="0" presId="urn:microsoft.com/office/officeart/2005/8/layout/pyramid1"/>
    <dgm:cxn modelId="{69D4060A-E79A-49F5-96D2-C8BF56996938}" type="presOf" srcId="{7A170592-D544-49FF-8329-9A572911B588}" destId="{74072322-2F7D-49DD-8B38-5380F64091C6}" srcOrd="0" destOrd="0" presId="urn:microsoft.com/office/officeart/2005/8/layout/pyramid1"/>
    <dgm:cxn modelId="{D15FF824-4730-4034-9E12-835BF9E7B5D5}" srcId="{097D0157-0748-4105-890E-634CD92E15D1}" destId="{7A170592-D544-49FF-8329-9A572911B588}" srcOrd="1" destOrd="0" parTransId="{E2E6BEF9-3B69-49FA-812C-0F8477D635EA}" sibTransId="{A08FDDFB-8405-48A6-AF4F-063AA806F29D}"/>
    <dgm:cxn modelId="{3D14FF89-9E42-4C7D-A8B1-4CD8A33A25C8}" type="presOf" srcId="{7A170592-D544-49FF-8329-9A572911B588}" destId="{18880D60-C27B-4698-8537-42695BC7BA2F}" srcOrd="1" destOrd="0" presId="urn:microsoft.com/office/officeart/2005/8/layout/pyramid1"/>
    <dgm:cxn modelId="{69B86F44-9993-4C1A-8993-F4576FADD6A6}" srcId="{097D0157-0748-4105-890E-634CD92E15D1}" destId="{2BA672BD-EF81-4C54-98CF-99A8693324A0}" srcOrd="0" destOrd="0" parTransId="{5AA121B4-EADC-434D-9C1E-DDA4DB402F7B}" sibTransId="{02BFEED3-7009-44B5-8707-B40CDE405AEA}"/>
    <dgm:cxn modelId="{B3F4E9F9-872A-4423-8C63-874E0F9762C5}" srcId="{097D0157-0748-4105-890E-634CD92E15D1}" destId="{9FDB9B38-4C4E-4CFE-ABD2-D7F238857FEA}" srcOrd="2" destOrd="0" parTransId="{C743F9FD-4B13-4C5B-B7AF-6117CE5DE634}" sibTransId="{C8687F1C-3239-4299-B4C3-C7C71756577A}"/>
    <dgm:cxn modelId="{DFB1FFF2-C762-4981-B32B-799924ABD6CB}" type="presOf" srcId="{9FDB9B38-4C4E-4CFE-ABD2-D7F238857FEA}" destId="{4530CD9A-E43D-4E88-BDBC-BBEC35269A06}" srcOrd="0" destOrd="0" presId="urn:microsoft.com/office/officeart/2005/8/layout/pyramid1"/>
    <dgm:cxn modelId="{9C32A95F-FDE4-4D21-8C87-1E732360FF89}" type="presOf" srcId="{2BA672BD-EF81-4C54-98CF-99A8693324A0}" destId="{3CFD093C-2BDF-4BA0-A91A-A2DFDD61D140}" srcOrd="0" destOrd="0" presId="urn:microsoft.com/office/officeart/2005/8/layout/pyramid1"/>
    <dgm:cxn modelId="{41DF94E6-5936-46CA-8D50-574F06C7AF9A}" type="presOf" srcId="{097D0157-0748-4105-890E-634CD92E15D1}" destId="{526024F6-A728-4BB2-A756-743155A0A2EF}" srcOrd="0" destOrd="0" presId="urn:microsoft.com/office/officeart/2005/8/layout/pyramid1"/>
    <dgm:cxn modelId="{818A7152-1AAD-4E9F-BD86-516AA810A5AF}" type="presParOf" srcId="{526024F6-A728-4BB2-A756-743155A0A2EF}" destId="{75EC84A3-5A5F-47FD-B408-F327D204AD78}" srcOrd="0" destOrd="0" presId="urn:microsoft.com/office/officeart/2005/8/layout/pyramid1"/>
    <dgm:cxn modelId="{F2F7A04A-65BB-4D25-9952-757ACBA0DCB0}" type="presParOf" srcId="{75EC84A3-5A5F-47FD-B408-F327D204AD78}" destId="{3CFD093C-2BDF-4BA0-A91A-A2DFDD61D140}" srcOrd="0" destOrd="0" presId="urn:microsoft.com/office/officeart/2005/8/layout/pyramid1"/>
    <dgm:cxn modelId="{68C76D4C-0AB7-4760-97C6-D302CAA27C00}" type="presParOf" srcId="{75EC84A3-5A5F-47FD-B408-F327D204AD78}" destId="{832AB86B-4A21-4E29-99E7-E89B743591D7}" srcOrd="1" destOrd="0" presId="urn:microsoft.com/office/officeart/2005/8/layout/pyramid1"/>
    <dgm:cxn modelId="{8EA726D3-D4B1-4783-9857-995270E53942}" type="presParOf" srcId="{526024F6-A728-4BB2-A756-743155A0A2EF}" destId="{9AAD65DC-AB84-4C09-9449-7D58FA279D8C}" srcOrd="1" destOrd="0" presId="urn:microsoft.com/office/officeart/2005/8/layout/pyramid1"/>
    <dgm:cxn modelId="{80C1FA95-8842-411E-8885-A60D54AE71FC}" type="presParOf" srcId="{9AAD65DC-AB84-4C09-9449-7D58FA279D8C}" destId="{74072322-2F7D-49DD-8B38-5380F64091C6}" srcOrd="0" destOrd="0" presId="urn:microsoft.com/office/officeart/2005/8/layout/pyramid1"/>
    <dgm:cxn modelId="{366C69C9-0577-4F61-8B5A-ED2C24E6E49D}" type="presParOf" srcId="{9AAD65DC-AB84-4C09-9449-7D58FA279D8C}" destId="{18880D60-C27B-4698-8537-42695BC7BA2F}" srcOrd="1" destOrd="0" presId="urn:microsoft.com/office/officeart/2005/8/layout/pyramid1"/>
    <dgm:cxn modelId="{F15FD58C-76E1-4E31-9094-4AAA102AAFC0}" type="presParOf" srcId="{526024F6-A728-4BB2-A756-743155A0A2EF}" destId="{35361B1F-C305-4FC7-859E-85247C56646C}" srcOrd="2" destOrd="0" presId="urn:microsoft.com/office/officeart/2005/8/layout/pyramid1"/>
    <dgm:cxn modelId="{92E02349-124B-42FC-BF4C-D1D32FBF470D}" type="presParOf" srcId="{35361B1F-C305-4FC7-859E-85247C56646C}" destId="{4530CD9A-E43D-4E88-BDBC-BBEC35269A06}" srcOrd="0" destOrd="0" presId="urn:microsoft.com/office/officeart/2005/8/layout/pyramid1"/>
    <dgm:cxn modelId="{58C300D7-9EF0-4D6C-B077-B73F1CA5E4D0}" type="presParOf" srcId="{35361B1F-C305-4FC7-859E-85247C56646C}" destId="{0B5D87A6-7BB1-4D5D-9844-0C2AC5B34EE7}" srcOrd="1" destOrd="0" presId="urn:microsoft.com/office/officeart/2005/8/layout/pyramid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C314E4-9C6D-4C8E-8762-64F169F3F937}" type="doc">
      <dgm:prSet loTypeId="urn:microsoft.com/office/officeart/2005/8/layout/bProcess3" loCatId="process" qsTypeId="urn:microsoft.com/office/officeart/2005/8/quickstyle/simple1" qsCatId="simple" csTypeId="urn:microsoft.com/office/officeart/2005/8/colors/accent0_1" csCatId="mainScheme" phldr="1"/>
      <dgm:spPr/>
      <dgm:t>
        <a:bodyPr/>
        <a:lstStyle/>
        <a:p>
          <a:endParaRPr lang="es-ES"/>
        </a:p>
      </dgm:t>
    </dgm:pt>
    <dgm:pt modelId="{C9A4884A-9CFF-4E80-897C-EA951BCFA293}">
      <dgm:prSet phldrT="[Texto]" custT="1"/>
      <dgm:spPr/>
      <dgm:t>
        <a:bodyPr/>
        <a:lstStyle/>
        <a:p>
          <a:r>
            <a:rPr lang="es-ES" sz="1400" b="1" dirty="0" err="1" smtClean="0"/>
            <a:t>Create</a:t>
          </a:r>
          <a:r>
            <a:rPr lang="es-ES" sz="1400" b="1" dirty="0" smtClean="0"/>
            <a:t> </a:t>
          </a:r>
          <a:r>
            <a:rPr lang="es-ES" sz="1400" b="1" dirty="0" err="1" smtClean="0"/>
            <a:t>the</a:t>
          </a:r>
          <a:r>
            <a:rPr lang="es-ES" sz="1400" b="1" dirty="0" smtClean="0"/>
            <a:t> </a:t>
          </a:r>
          <a:r>
            <a:rPr lang="es-ES" sz="1400" b="1" dirty="0"/>
            <a:t>NC</a:t>
          </a:r>
        </a:p>
        <a:p>
          <a:r>
            <a:rPr lang="es-ES" sz="1400" dirty="0" smtClean="0">
              <a:solidFill>
                <a:srgbClr val="FF0000"/>
              </a:solidFill>
            </a:rPr>
            <a:t>(</a:t>
          </a:r>
          <a:r>
            <a:rPr lang="es-ES" sz="1400" dirty="0" err="1" smtClean="0">
              <a:solidFill>
                <a:srgbClr val="FF0000"/>
              </a:solidFill>
            </a:rPr>
            <a:t>Creator</a:t>
          </a:r>
          <a:r>
            <a:rPr lang="es-ES" sz="1400" dirty="0" smtClean="0">
              <a:solidFill>
                <a:srgbClr val="FF0000"/>
              </a:solidFill>
            </a:rPr>
            <a:t> in </a:t>
          </a:r>
          <a:r>
            <a:rPr lang="es-ES" sz="1400" dirty="0" err="1" smtClean="0">
              <a:solidFill>
                <a:srgbClr val="FF0000"/>
              </a:solidFill>
            </a:rPr>
            <a:t>the</a:t>
          </a:r>
          <a:r>
            <a:rPr lang="es-ES" sz="1400" dirty="0" smtClean="0">
              <a:solidFill>
                <a:srgbClr val="FF0000"/>
              </a:solidFill>
            </a:rPr>
            <a:t> </a:t>
          </a:r>
          <a:r>
            <a:rPr lang="es-ES" sz="1400" dirty="0" err="1" smtClean="0">
              <a:solidFill>
                <a:srgbClr val="FF0000"/>
              </a:solidFill>
            </a:rPr>
            <a:t>preliminary</a:t>
          </a:r>
          <a:r>
            <a:rPr lang="es-ES" sz="1400" dirty="0" smtClean="0">
              <a:solidFill>
                <a:srgbClr val="FF0000"/>
              </a:solidFill>
            </a:rPr>
            <a:t> </a:t>
          </a:r>
          <a:r>
            <a:rPr lang="es-ES" sz="1400" dirty="0" err="1" smtClean="0">
              <a:solidFill>
                <a:srgbClr val="FF0000"/>
              </a:solidFill>
            </a:rPr>
            <a:t>meeting</a:t>
          </a:r>
          <a:r>
            <a:rPr lang="es-ES" sz="1400" dirty="0" smtClean="0">
              <a:solidFill>
                <a:srgbClr val="FF0000"/>
              </a:solidFill>
            </a:rPr>
            <a:t>)</a:t>
          </a:r>
          <a:endParaRPr lang="es-ES" sz="1400" dirty="0">
            <a:solidFill>
              <a:srgbClr val="FF0000"/>
            </a:solidFill>
          </a:endParaRPr>
        </a:p>
      </dgm:t>
    </dgm:pt>
    <dgm:pt modelId="{C918C275-1DCB-447B-9DCE-FD57BD30B801}" type="parTrans" cxnId="{BBC54594-1BE1-42DB-82C6-0DB8CDB4E60A}">
      <dgm:prSet/>
      <dgm:spPr/>
      <dgm:t>
        <a:bodyPr/>
        <a:lstStyle/>
        <a:p>
          <a:endParaRPr lang="es-ES"/>
        </a:p>
      </dgm:t>
    </dgm:pt>
    <dgm:pt modelId="{EDD25D10-71CD-4D21-9309-25D70A6EEECF}" type="sibTrans" cxnId="{BBC54594-1BE1-42DB-82C6-0DB8CDB4E60A}">
      <dgm:prSet/>
      <dgm:spPr/>
      <dgm:t>
        <a:bodyPr/>
        <a:lstStyle/>
        <a:p>
          <a:endParaRPr lang="es-ES"/>
        </a:p>
      </dgm:t>
    </dgm:pt>
    <dgm:pt modelId="{DC560DB6-1911-4080-8F3D-94CA943B557C}">
      <dgm:prSet phldrT="[Texto]" custT="1"/>
      <dgm:spPr/>
      <dgm:t>
        <a:bodyPr/>
        <a:lstStyle/>
        <a:p>
          <a:r>
            <a:rPr lang="es-ES" sz="1400" b="1" dirty="0" err="1" smtClean="0"/>
            <a:t>Fill</a:t>
          </a:r>
          <a:r>
            <a:rPr lang="es-ES" sz="1400" b="1" dirty="0" smtClean="0"/>
            <a:t> in of </a:t>
          </a:r>
          <a:r>
            <a:rPr lang="es-ES" sz="1400" b="1" dirty="0" err="1" smtClean="0"/>
            <a:t>the</a:t>
          </a:r>
          <a:r>
            <a:rPr lang="es-ES" sz="1400" b="1" dirty="0" smtClean="0"/>
            <a:t> </a:t>
          </a:r>
          <a:r>
            <a:rPr lang="es-ES" sz="1400" b="1" dirty="0" err="1" smtClean="0"/>
            <a:t>phase</a:t>
          </a:r>
          <a:r>
            <a:rPr lang="es-ES" sz="1400" b="1" dirty="0" smtClean="0"/>
            <a:t> </a:t>
          </a:r>
          <a:r>
            <a:rPr lang="es-ES" sz="1400" b="1" dirty="0"/>
            <a:t>7-8</a:t>
          </a:r>
        </a:p>
        <a:p>
          <a:r>
            <a:rPr lang="es-ES" sz="1400" dirty="0" smtClean="0"/>
            <a:t>(</a:t>
          </a:r>
          <a:r>
            <a:rPr lang="es-ES" sz="1400" dirty="0" err="1" smtClean="0">
              <a:solidFill>
                <a:srgbClr val="FF0000"/>
              </a:solidFill>
            </a:rPr>
            <a:t>Responsible</a:t>
          </a:r>
          <a:r>
            <a:rPr lang="es-ES" sz="1400" dirty="0" smtClean="0"/>
            <a:t>)</a:t>
          </a:r>
          <a:endParaRPr lang="es-ES" sz="1400" dirty="0"/>
        </a:p>
      </dgm:t>
    </dgm:pt>
    <dgm:pt modelId="{301B6F00-8D18-4B5B-A442-1B2AF318F086}" type="parTrans" cxnId="{71687635-4E8C-480B-8509-8A6396DED4FA}">
      <dgm:prSet/>
      <dgm:spPr/>
      <dgm:t>
        <a:bodyPr/>
        <a:lstStyle/>
        <a:p>
          <a:endParaRPr lang="es-ES"/>
        </a:p>
      </dgm:t>
    </dgm:pt>
    <dgm:pt modelId="{0C6A8E10-B4BF-41F0-B1A8-9F468C05D86D}" type="sibTrans" cxnId="{71687635-4E8C-480B-8509-8A6396DED4FA}">
      <dgm:prSet/>
      <dgm:spPr/>
      <dgm:t>
        <a:bodyPr/>
        <a:lstStyle/>
        <a:p>
          <a:endParaRPr lang="es-ES"/>
        </a:p>
      </dgm:t>
    </dgm:pt>
    <dgm:pt modelId="{E2D2957E-5B8F-4110-A981-772A28256914}">
      <dgm:prSet phldrT="[Texto]" custT="1"/>
      <dgm:spPr/>
      <dgm:t>
        <a:bodyPr/>
        <a:lstStyle/>
        <a:p>
          <a:r>
            <a:rPr lang="es-ES" sz="1400" b="1" dirty="0" err="1" smtClean="0"/>
            <a:t>Notify</a:t>
          </a:r>
          <a:r>
            <a:rPr lang="es-ES" sz="1400" b="1" dirty="0" smtClean="0"/>
            <a:t> </a:t>
          </a:r>
          <a:r>
            <a:rPr lang="es-ES" sz="1400" b="1" dirty="0" err="1" smtClean="0"/>
            <a:t>the</a:t>
          </a:r>
          <a:r>
            <a:rPr lang="es-ES" sz="1400" b="1" dirty="0" smtClean="0"/>
            <a:t> </a:t>
          </a:r>
          <a:r>
            <a:rPr lang="es-ES" sz="1400" b="1" dirty="0"/>
            <a:t>NC</a:t>
          </a:r>
          <a:r>
            <a:rPr lang="es-ES" sz="1400" dirty="0"/>
            <a:t>  </a:t>
          </a:r>
          <a:endParaRPr lang="es-ES" sz="1400" dirty="0" smtClean="0"/>
        </a:p>
        <a:p>
          <a:r>
            <a:rPr lang="es-ES" sz="1400" dirty="0" smtClean="0">
              <a:solidFill>
                <a:srgbClr val="FF0000"/>
              </a:solidFill>
            </a:rPr>
            <a:t>(</a:t>
          </a:r>
          <a:r>
            <a:rPr lang="es-ES" sz="1400" dirty="0" err="1" smtClean="0">
              <a:solidFill>
                <a:srgbClr val="FF0000"/>
              </a:solidFill>
            </a:rPr>
            <a:t>To</a:t>
          </a:r>
          <a:r>
            <a:rPr lang="es-ES" sz="1400" dirty="0" smtClean="0">
              <a:solidFill>
                <a:srgbClr val="FF0000"/>
              </a:solidFill>
            </a:rPr>
            <a:t> </a:t>
          </a:r>
          <a:r>
            <a:rPr lang="es-ES" sz="1400" dirty="0" err="1" smtClean="0">
              <a:solidFill>
                <a:srgbClr val="FF0000"/>
              </a:solidFill>
            </a:rPr>
            <a:t>the</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 and </a:t>
          </a:r>
          <a:r>
            <a:rPr lang="es-ES" sz="1400" dirty="0" err="1" smtClean="0">
              <a:solidFill>
                <a:srgbClr val="FF0000"/>
              </a:solidFill>
            </a:rPr>
            <a:t>pursuer</a:t>
          </a:r>
          <a:r>
            <a:rPr lang="es-ES" sz="1400" dirty="0" smtClean="0">
              <a:solidFill>
                <a:srgbClr val="FF0000"/>
              </a:solidFill>
            </a:rPr>
            <a:t> )</a:t>
          </a:r>
          <a:endParaRPr lang="es-ES" sz="1400" dirty="0">
            <a:solidFill>
              <a:srgbClr val="FF0000"/>
            </a:solidFill>
          </a:endParaRPr>
        </a:p>
      </dgm:t>
    </dgm:pt>
    <dgm:pt modelId="{F61B090D-58F1-4897-922F-16FF1C2DD98E}" type="parTrans" cxnId="{A4C16BFF-1C72-4300-ACCD-47CCB952B6D9}">
      <dgm:prSet/>
      <dgm:spPr/>
      <dgm:t>
        <a:bodyPr/>
        <a:lstStyle/>
        <a:p>
          <a:endParaRPr lang="es-ES"/>
        </a:p>
      </dgm:t>
    </dgm:pt>
    <dgm:pt modelId="{AE31CD7B-0784-451B-B002-368EE42937A3}" type="sibTrans" cxnId="{A4C16BFF-1C72-4300-ACCD-47CCB952B6D9}">
      <dgm:prSet/>
      <dgm:spPr/>
      <dgm:t>
        <a:bodyPr/>
        <a:lstStyle/>
        <a:p>
          <a:endParaRPr lang="es-ES"/>
        </a:p>
      </dgm:t>
    </dgm:pt>
    <dgm:pt modelId="{ED0A14B0-7AD3-4090-BBC4-2BC884DE8864}">
      <dgm:prSet phldrT="[Texto]" custT="1"/>
      <dgm:spPr/>
      <dgm:t>
        <a:bodyPr/>
        <a:lstStyle/>
        <a:p>
          <a:r>
            <a:rPr lang="es-ES" sz="1400" b="1" dirty="0" err="1" smtClean="0"/>
            <a:t>Fill</a:t>
          </a:r>
          <a:r>
            <a:rPr lang="es-ES" sz="1400" b="1" dirty="0" smtClean="0"/>
            <a:t> in of </a:t>
          </a:r>
          <a:r>
            <a:rPr lang="es-ES" sz="1400" b="1" dirty="0" err="1" smtClean="0"/>
            <a:t>the</a:t>
          </a:r>
          <a:r>
            <a:rPr lang="es-ES" sz="1400" b="1" dirty="0" smtClean="0"/>
            <a:t> </a:t>
          </a:r>
          <a:r>
            <a:rPr lang="es-ES" sz="1400" b="1" dirty="0" err="1" smtClean="0"/>
            <a:t>Phase</a:t>
          </a:r>
          <a:r>
            <a:rPr lang="es-ES" sz="1400" b="1" dirty="0" smtClean="0"/>
            <a:t> </a:t>
          </a:r>
          <a:r>
            <a:rPr lang="es-ES" sz="1400" b="1" dirty="0"/>
            <a:t>2-4</a:t>
          </a:r>
        </a:p>
        <a:p>
          <a:r>
            <a:rPr lang="es-ES" sz="1400" dirty="0" smtClean="0"/>
            <a:t>(</a:t>
          </a:r>
          <a:r>
            <a:rPr lang="es-ES" sz="1400" dirty="0" err="1" smtClean="0">
              <a:solidFill>
                <a:srgbClr val="FF0000"/>
              </a:solidFill>
            </a:rPr>
            <a:t>Responsible</a:t>
          </a:r>
          <a:r>
            <a:rPr lang="es-ES" sz="1400" dirty="0" smtClean="0"/>
            <a:t>)</a:t>
          </a:r>
          <a:endParaRPr lang="es-ES" sz="1400" dirty="0"/>
        </a:p>
      </dgm:t>
    </dgm:pt>
    <dgm:pt modelId="{71F760DD-AF57-4EE0-A25F-23A71CEDACA9}" type="parTrans" cxnId="{4E6A9501-DBCB-43BC-9569-E1CFA7B681CD}">
      <dgm:prSet/>
      <dgm:spPr/>
      <dgm:t>
        <a:bodyPr/>
        <a:lstStyle/>
        <a:p>
          <a:endParaRPr lang="es-ES"/>
        </a:p>
      </dgm:t>
    </dgm:pt>
    <dgm:pt modelId="{5524A69E-15AA-4982-8854-D9ABBE82A6D2}" type="sibTrans" cxnId="{4E6A9501-DBCB-43BC-9569-E1CFA7B681CD}">
      <dgm:prSet/>
      <dgm:spPr/>
      <dgm:t>
        <a:bodyPr/>
        <a:lstStyle/>
        <a:p>
          <a:endParaRPr lang="es-ES"/>
        </a:p>
      </dgm:t>
    </dgm:pt>
    <dgm:pt modelId="{7BFB8197-52C6-4B01-8ADF-C0573C18E9CA}">
      <dgm:prSet phldrT="[Texto]" custT="1"/>
      <dgm:spPr/>
      <dgm:t>
        <a:bodyPr/>
        <a:lstStyle/>
        <a:p>
          <a:r>
            <a:rPr lang="es-ES" sz="1400" b="1" dirty="0" err="1" smtClean="0"/>
            <a:t>Approval</a:t>
          </a:r>
          <a:r>
            <a:rPr lang="es-ES" sz="1400" b="1" dirty="0" smtClean="0"/>
            <a:t> </a:t>
          </a:r>
          <a:r>
            <a:rPr lang="es-ES" sz="1400" b="1" dirty="0" err="1" smtClean="0"/>
            <a:t>Request</a:t>
          </a:r>
          <a:endParaRPr lang="es-ES" sz="1400" b="1" dirty="0"/>
        </a:p>
        <a:p>
          <a:r>
            <a:rPr lang="es-ES" sz="1400" dirty="0" smtClean="0">
              <a:solidFill>
                <a:srgbClr val="FF0000"/>
              </a:solidFill>
            </a:rPr>
            <a:t>(</a:t>
          </a:r>
          <a:r>
            <a:rPr lang="es-ES" sz="1400" dirty="0" err="1" smtClean="0">
              <a:solidFill>
                <a:srgbClr val="FF0000"/>
              </a:solidFill>
            </a:rPr>
            <a:t>From</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 </a:t>
          </a:r>
          <a:r>
            <a:rPr lang="es-ES" sz="1400" dirty="0" err="1" smtClean="0">
              <a:solidFill>
                <a:srgbClr val="FF0000"/>
              </a:solidFill>
            </a:rPr>
            <a:t>to</a:t>
          </a:r>
          <a:r>
            <a:rPr lang="es-ES" sz="1400" dirty="0" smtClean="0">
              <a:solidFill>
                <a:srgbClr val="FF0000"/>
              </a:solidFill>
            </a:rPr>
            <a:t> </a:t>
          </a:r>
          <a:r>
            <a:rPr lang="es-ES" sz="1400" dirty="0" err="1" smtClean="0">
              <a:solidFill>
                <a:srgbClr val="FF0000"/>
              </a:solidFill>
            </a:rPr>
            <a:t>pursuer</a:t>
          </a:r>
          <a:r>
            <a:rPr lang="es-ES" sz="1400" dirty="0" smtClean="0">
              <a:solidFill>
                <a:srgbClr val="FF0000"/>
              </a:solidFill>
            </a:rPr>
            <a:t>)</a:t>
          </a:r>
          <a:endParaRPr lang="es-ES" sz="1400" dirty="0">
            <a:solidFill>
              <a:srgbClr val="FF0000"/>
            </a:solidFill>
          </a:endParaRPr>
        </a:p>
      </dgm:t>
    </dgm:pt>
    <dgm:pt modelId="{E92162DD-04B7-41C0-A783-56DCB4E06EB0}" type="parTrans" cxnId="{59E9B77C-9D53-4997-9135-5770620D787D}">
      <dgm:prSet/>
      <dgm:spPr/>
      <dgm:t>
        <a:bodyPr/>
        <a:lstStyle/>
        <a:p>
          <a:endParaRPr lang="es-ES"/>
        </a:p>
      </dgm:t>
    </dgm:pt>
    <dgm:pt modelId="{C3B0FCAD-B26F-4888-BCD8-90C75E86DDED}" type="sibTrans" cxnId="{59E9B77C-9D53-4997-9135-5770620D787D}">
      <dgm:prSet/>
      <dgm:spPr/>
      <dgm:t>
        <a:bodyPr/>
        <a:lstStyle/>
        <a:p>
          <a:endParaRPr lang="es-ES"/>
        </a:p>
      </dgm:t>
    </dgm:pt>
    <dgm:pt modelId="{21D40F32-6F3C-408B-94B5-C874AB3C265D}">
      <dgm:prSet phldrT="[Texto]" custT="1"/>
      <dgm:spPr/>
      <dgm:t>
        <a:bodyPr/>
        <a:lstStyle/>
        <a:p>
          <a:r>
            <a:rPr lang="es-ES" sz="1400" b="1" dirty="0" err="1" smtClean="0"/>
            <a:t>Approval</a:t>
          </a:r>
          <a:endParaRPr lang="es-ES" sz="1400" b="1" dirty="0"/>
        </a:p>
        <a:p>
          <a:r>
            <a:rPr lang="es-ES" sz="1400" dirty="0" smtClean="0"/>
            <a:t>(</a:t>
          </a:r>
          <a:r>
            <a:rPr lang="es-ES" sz="1400" dirty="0" err="1" smtClean="0">
              <a:solidFill>
                <a:srgbClr val="FF0000"/>
              </a:solidFill>
            </a:rPr>
            <a:t>Puersuer</a:t>
          </a:r>
          <a:r>
            <a:rPr lang="es-ES" sz="1400" dirty="0" smtClean="0">
              <a:solidFill>
                <a:srgbClr val="FF0000"/>
              </a:solidFill>
            </a:rPr>
            <a:t> </a:t>
          </a:r>
          <a:r>
            <a:rPr lang="es-ES" sz="1400" dirty="0" err="1" smtClean="0">
              <a:solidFill>
                <a:srgbClr val="FF0000"/>
              </a:solidFill>
            </a:rPr>
            <a:t>approves</a:t>
          </a:r>
          <a:r>
            <a:rPr lang="es-ES" sz="1400" dirty="0" smtClean="0">
              <a:solidFill>
                <a:sysClr val="windowText" lastClr="000000"/>
              </a:solidFill>
            </a:rPr>
            <a:t>)</a:t>
          </a:r>
          <a:endParaRPr lang="es-ES" sz="1400" dirty="0">
            <a:solidFill>
              <a:sysClr val="windowText" lastClr="000000"/>
            </a:solidFill>
          </a:endParaRPr>
        </a:p>
      </dgm:t>
    </dgm:pt>
    <dgm:pt modelId="{5959D257-BCE9-4CC3-AE86-DF0C9FDF5DB2}" type="parTrans" cxnId="{CC6FF52A-77A0-4490-B54A-85CABEEF94B8}">
      <dgm:prSet/>
      <dgm:spPr/>
      <dgm:t>
        <a:bodyPr/>
        <a:lstStyle/>
        <a:p>
          <a:endParaRPr lang="es-ES"/>
        </a:p>
      </dgm:t>
    </dgm:pt>
    <dgm:pt modelId="{7F0FBCA1-C0E9-40B8-A171-CA9E93F6FC61}" type="sibTrans" cxnId="{CC6FF52A-77A0-4490-B54A-85CABEEF94B8}">
      <dgm:prSet/>
      <dgm:spPr/>
      <dgm:t>
        <a:bodyPr/>
        <a:lstStyle/>
        <a:p>
          <a:endParaRPr lang="es-ES"/>
        </a:p>
      </dgm:t>
    </dgm:pt>
    <dgm:pt modelId="{E2341079-C464-4CA3-846A-E92312ECAEFE}">
      <dgm:prSet phldrT="[Texto]" custT="1"/>
      <dgm:spPr/>
      <dgm:t>
        <a:bodyPr/>
        <a:lstStyle/>
        <a:p>
          <a:r>
            <a:rPr lang="es-ES" sz="1400" b="1" dirty="0" err="1" smtClean="0">
              <a:solidFill>
                <a:schemeClr val="tx1"/>
              </a:solidFill>
            </a:rPr>
            <a:t>Approval</a:t>
          </a:r>
          <a:r>
            <a:rPr lang="es-ES" sz="1400" b="1" dirty="0" smtClean="0">
              <a:solidFill>
                <a:schemeClr val="tx1"/>
              </a:solidFill>
            </a:rPr>
            <a:t> </a:t>
          </a:r>
          <a:r>
            <a:rPr lang="es-ES" sz="1400" b="1" dirty="0" err="1" smtClean="0">
              <a:solidFill>
                <a:schemeClr val="tx1"/>
              </a:solidFill>
            </a:rPr>
            <a:t>Notification</a:t>
          </a:r>
          <a:endParaRPr lang="es-ES" sz="1400" b="1" dirty="0">
            <a:solidFill>
              <a:schemeClr val="tx1"/>
            </a:solidFill>
          </a:endParaRPr>
        </a:p>
        <a:p>
          <a:r>
            <a:rPr lang="es-ES" sz="1400" dirty="0" smtClean="0">
              <a:solidFill>
                <a:srgbClr val="FF0000"/>
              </a:solidFill>
            </a:rPr>
            <a:t>(</a:t>
          </a:r>
          <a:r>
            <a:rPr lang="es-ES" sz="1400" dirty="0" err="1" smtClean="0">
              <a:solidFill>
                <a:srgbClr val="FF0000"/>
              </a:solidFill>
            </a:rPr>
            <a:t>To</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a:t>
          </a:r>
          <a:endParaRPr lang="es-ES" sz="1400" dirty="0">
            <a:solidFill>
              <a:srgbClr val="FF0000"/>
            </a:solidFill>
          </a:endParaRPr>
        </a:p>
        <a:p>
          <a:endParaRPr lang="es-ES" sz="1400" dirty="0">
            <a:solidFill>
              <a:srgbClr val="FF0000"/>
            </a:solidFill>
          </a:endParaRPr>
        </a:p>
      </dgm:t>
    </dgm:pt>
    <dgm:pt modelId="{41F5FD35-1428-4353-B870-076DA6340092}" type="parTrans" cxnId="{EECA852F-E1E1-40CD-8F0B-61225D75A911}">
      <dgm:prSet/>
      <dgm:spPr/>
      <dgm:t>
        <a:bodyPr/>
        <a:lstStyle/>
        <a:p>
          <a:endParaRPr lang="es-ES"/>
        </a:p>
      </dgm:t>
    </dgm:pt>
    <dgm:pt modelId="{B93C54C4-3034-419A-B066-6D6706543B46}" type="sibTrans" cxnId="{EECA852F-E1E1-40CD-8F0B-61225D75A911}">
      <dgm:prSet/>
      <dgm:spPr/>
      <dgm:t>
        <a:bodyPr/>
        <a:lstStyle/>
        <a:p>
          <a:endParaRPr lang="es-ES"/>
        </a:p>
      </dgm:t>
    </dgm:pt>
    <dgm:pt modelId="{D1599B20-23C5-4F80-B819-6939FE192EF3}">
      <dgm:prSet phldrT="[Texto]" custT="1"/>
      <dgm:spPr/>
      <dgm:t>
        <a:bodyPr/>
        <a:lstStyle/>
        <a:p>
          <a:r>
            <a:rPr lang="es-ES" sz="1400" b="1" dirty="0" err="1" smtClean="0"/>
            <a:t>Fill</a:t>
          </a:r>
          <a:r>
            <a:rPr lang="es-ES" sz="1400" b="1" dirty="0" smtClean="0"/>
            <a:t> in of </a:t>
          </a:r>
          <a:r>
            <a:rPr lang="es-ES" sz="1400" b="1" dirty="0" err="1" smtClean="0"/>
            <a:t>the</a:t>
          </a:r>
          <a:r>
            <a:rPr lang="es-ES" sz="1400" b="1" dirty="0" smtClean="0"/>
            <a:t> </a:t>
          </a:r>
          <a:r>
            <a:rPr lang="es-ES" sz="1400" b="1" dirty="0" err="1" smtClean="0"/>
            <a:t>phase</a:t>
          </a:r>
          <a:r>
            <a:rPr lang="es-ES" sz="1400" b="1" dirty="0" smtClean="0"/>
            <a:t> 5-6</a:t>
          </a:r>
          <a:endParaRPr lang="es-ES" sz="1400" b="1" dirty="0"/>
        </a:p>
        <a:p>
          <a:r>
            <a:rPr lang="es-ES" sz="1400" dirty="0" smtClean="0"/>
            <a:t>(</a:t>
          </a:r>
          <a:r>
            <a:rPr lang="es-ES" sz="1400" dirty="0" err="1" smtClean="0">
              <a:solidFill>
                <a:srgbClr val="FF0000"/>
              </a:solidFill>
            </a:rPr>
            <a:t>Responsible</a:t>
          </a:r>
          <a:r>
            <a:rPr lang="es-ES" sz="1400" dirty="0" smtClean="0"/>
            <a:t>)</a:t>
          </a:r>
          <a:endParaRPr lang="es-ES" sz="1400" dirty="0"/>
        </a:p>
      </dgm:t>
    </dgm:pt>
    <dgm:pt modelId="{30507B1C-C297-4C3B-B180-37BD3213A664}" type="parTrans" cxnId="{C482A8B0-DAA0-4BEA-AEF4-AC6EFE8C7661}">
      <dgm:prSet/>
      <dgm:spPr/>
      <dgm:t>
        <a:bodyPr/>
        <a:lstStyle/>
        <a:p>
          <a:endParaRPr lang="es-ES"/>
        </a:p>
      </dgm:t>
    </dgm:pt>
    <dgm:pt modelId="{20E982D3-13CB-4966-8921-C02F39A65BFB}" type="sibTrans" cxnId="{C482A8B0-DAA0-4BEA-AEF4-AC6EFE8C7661}">
      <dgm:prSet/>
      <dgm:spPr/>
      <dgm:t>
        <a:bodyPr/>
        <a:lstStyle/>
        <a:p>
          <a:endParaRPr lang="es-ES"/>
        </a:p>
      </dgm:t>
    </dgm:pt>
    <dgm:pt modelId="{ADDB5607-5208-4850-A66F-62A09D5F9EAE}">
      <dgm:prSet phldrT="[Texto]" custT="1"/>
      <dgm:spPr/>
      <dgm:t>
        <a:bodyPr/>
        <a:lstStyle/>
        <a:p>
          <a:r>
            <a:rPr lang="es-ES" sz="1400" b="1" dirty="0" err="1" smtClean="0"/>
            <a:t>Approval</a:t>
          </a:r>
          <a:r>
            <a:rPr lang="es-ES" sz="1400" b="1" dirty="0" smtClean="0"/>
            <a:t> </a:t>
          </a:r>
          <a:r>
            <a:rPr lang="es-ES" sz="1400" b="1" dirty="0" err="1" smtClean="0"/>
            <a:t>Request</a:t>
          </a:r>
          <a:endParaRPr lang="es-ES" sz="1400" b="1" dirty="0"/>
        </a:p>
        <a:p>
          <a:r>
            <a:rPr lang="es-ES" sz="1400" dirty="0" smtClean="0">
              <a:solidFill>
                <a:srgbClr val="FF0000"/>
              </a:solidFill>
            </a:rPr>
            <a:t>(</a:t>
          </a:r>
          <a:r>
            <a:rPr lang="es-ES" sz="1400" dirty="0" err="1" smtClean="0">
              <a:solidFill>
                <a:srgbClr val="FF0000"/>
              </a:solidFill>
            </a:rPr>
            <a:t>From</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 </a:t>
          </a:r>
          <a:r>
            <a:rPr lang="es-ES" sz="1400" dirty="0" err="1" smtClean="0">
              <a:solidFill>
                <a:srgbClr val="FF0000"/>
              </a:solidFill>
            </a:rPr>
            <a:t>to</a:t>
          </a:r>
          <a:r>
            <a:rPr lang="es-ES" sz="1400" dirty="0" smtClean="0">
              <a:solidFill>
                <a:srgbClr val="FF0000"/>
              </a:solidFill>
            </a:rPr>
            <a:t> </a:t>
          </a:r>
          <a:r>
            <a:rPr lang="es-ES" sz="1400" dirty="0" err="1" smtClean="0">
              <a:solidFill>
                <a:srgbClr val="FF0000"/>
              </a:solidFill>
            </a:rPr>
            <a:t>pursuer</a:t>
          </a:r>
          <a:r>
            <a:rPr lang="es-ES" sz="1400" dirty="0" smtClean="0">
              <a:solidFill>
                <a:srgbClr val="FF0000"/>
              </a:solidFill>
            </a:rPr>
            <a:t>)</a:t>
          </a:r>
          <a:endParaRPr lang="es-ES" sz="1400" dirty="0"/>
        </a:p>
      </dgm:t>
    </dgm:pt>
    <dgm:pt modelId="{05418D87-8364-40A0-9875-A0781B7B7A14}" type="parTrans" cxnId="{EA20E790-5396-40F9-8EDF-C0462FDAA567}">
      <dgm:prSet/>
      <dgm:spPr/>
      <dgm:t>
        <a:bodyPr/>
        <a:lstStyle/>
        <a:p>
          <a:endParaRPr lang="es-ES"/>
        </a:p>
      </dgm:t>
    </dgm:pt>
    <dgm:pt modelId="{2503EC76-C834-497A-9FC6-24E93A3AB762}" type="sibTrans" cxnId="{EA20E790-5396-40F9-8EDF-C0462FDAA567}">
      <dgm:prSet/>
      <dgm:spPr/>
      <dgm:t>
        <a:bodyPr/>
        <a:lstStyle/>
        <a:p>
          <a:endParaRPr lang="es-ES"/>
        </a:p>
      </dgm:t>
    </dgm:pt>
    <dgm:pt modelId="{255D4507-7B8F-4BD9-B806-645A17B46FFE}">
      <dgm:prSet phldrT="[Texto]" custT="1"/>
      <dgm:spPr/>
      <dgm:t>
        <a:bodyPr/>
        <a:lstStyle/>
        <a:p>
          <a:r>
            <a:rPr lang="es-ES" sz="1400" b="1" dirty="0" err="1" smtClean="0"/>
            <a:t>Approval</a:t>
          </a:r>
          <a:endParaRPr lang="es-ES" sz="1400" b="1" dirty="0"/>
        </a:p>
        <a:p>
          <a:r>
            <a:rPr lang="es-ES" sz="1400" dirty="0" err="1" smtClean="0">
              <a:solidFill>
                <a:srgbClr val="FF0000"/>
              </a:solidFill>
            </a:rPr>
            <a:t>Puersuer</a:t>
          </a:r>
          <a:r>
            <a:rPr lang="es-ES" sz="1400" dirty="0" smtClean="0">
              <a:solidFill>
                <a:srgbClr val="FF0000"/>
              </a:solidFill>
            </a:rPr>
            <a:t> </a:t>
          </a:r>
          <a:r>
            <a:rPr lang="es-ES" sz="1400" dirty="0" err="1" smtClean="0">
              <a:solidFill>
                <a:srgbClr val="FF0000"/>
              </a:solidFill>
            </a:rPr>
            <a:t>approves</a:t>
          </a:r>
          <a:endParaRPr lang="es-ES" sz="1400" dirty="0"/>
        </a:p>
      </dgm:t>
    </dgm:pt>
    <dgm:pt modelId="{FC957E50-E312-4A59-87F6-C1F6B6677BAB}" type="parTrans" cxnId="{DA0C9BFF-EC4F-417F-BB27-9C06D43FAFEB}">
      <dgm:prSet/>
      <dgm:spPr/>
      <dgm:t>
        <a:bodyPr/>
        <a:lstStyle/>
        <a:p>
          <a:endParaRPr lang="es-ES"/>
        </a:p>
      </dgm:t>
    </dgm:pt>
    <dgm:pt modelId="{4CF486F5-540C-42D1-BDFD-191E3ACE5879}" type="sibTrans" cxnId="{DA0C9BFF-EC4F-417F-BB27-9C06D43FAFEB}">
      <dgm:prSet/>
      <dgm:spPr/>
      <dgm:t>
        <a:bodyPr/>
        <a:lstStyle/>
        <a:p>
          <a:endParaRPr lang="es-ES"/>
        </a:p>
      </dgm:t>
    </dgm:pt>
    <dgm:pt modelId="{0689D8BE-64A7-455C-8C22-4720706F868E}">
      <dgm:prSet phldrT="[Texto]" custT="1"/>
      <dgm:spPr/>
      <dgm:t>
        <a:bodyPr/>
        <a:lstStyle/>
        <a:p>
          <a:r>
            <a:rPr lang="es-ES" sz="1400" b="1" dirty="0" err="1" smtClean="0">
              <a:solidFill>
                <a:schemeClr val="tx1"/>
              </a:solidFill>
            </a:rPr>
            <a:t>Approval</a:t>
          </a:r>
          <a:r>
            <a:rPr lang="es-ES" sz="1400" b="1" dirty="0" smtClean="0">
              <a:solidFill>
                <a:schemeClr val="tx1"/>
              </a:solidFill>
            </a:rPr>
            <a:t> </a:t>
          </a:r>
          <a:r>
            <a:rPr lang="es-ES" sz="1400" b="1" dirty="0" err="1" smtClean="0">
              <a:solidFill>
                <a:schemeClr val="tx1"/>
              </a:solidFill>
            </a:rPr>
            <a:t>Notification</a:t>
          </a:r>
          <a:endParaRPr lang="es-ES" sz="1400" b="1" dirty="0">
            <a:solidFill>
              <a:schemeClr val="tx1"/>
            </a:solidFill>
          </a:endParaRPr>
        </a:p>
        <a:p>
          <a:r>
            <a:rPr lang="es-ES" sz="1400" dirty="0" smtClean="0">
              <a:solidFill>
                <a:srgbClr val="FF0000"/>
              </a:solidFill>
            </a:rPr>
            <a:t>(</a:t>
          </a:r>
          <a:r>
            <a:rPr lang="es-ES" sz="1400" dirty="0" err="1" smtClean="0">
              <a:solidFill>
                <a:srgbClr val="FF0000"/>
              </a:solidFill>
            </a:rPr>
            <a:t>To</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a:t>
          </a:r>
          <a:endParaRPr lang="es-ES" sz="1400" dirty="0">
            <a:solidFill>
              <a:srgbClr val="FF0000"/>
            </a:solidFill>
          </a:endParaRPr>
        </a:p>
      </dgm:t>
    </dgm:pt>
    <dgm:pt modelId="{DB7DAB31-41FC-45B4-A3B7-B571E7079A6E}" type="parTrans" cxnId="{2593434F-06A0-4B52-B78C-6FA1361F4C36}">
      <dgm:prSet/>
      <dgm:spPr/>
      <dgm:t>
        <a:bodyPr/>
        <a:lstStyle/>
        <a:p>
          <a:endParaRPr lang="es-ES"/>
        </a:p>
      </dgm:t>
    </dgm:pt>
    <dgm:pt modelId="{4CAD8077-9DBC-4284-8057-3B201C5BA55B}" type="sibTrans" cxnId="{2593434F-06A0-4B52-B78C-6FA1361F4C36}">
      <dgm:prSet/>
      <dgm:spPr/>
      <dgm:t>
        <a:bodyPr/>
        <a:lstStyle/>
        <a:p>
          <a:endParaRPr lang="es-ES"/>
        </a:p>
      </dgm:t>
    </dgm:pt>
    <dgm:pt modelId="{CDD8089B-9B68-42B2-8A26-671A2BA930D5}">
      <dgm:prSet phldrT="[Texto]" custT="1"/>
      <dgm:spPr/>
      <dgm:t>
        <a:bodyPr/>
        <a:lstStyle/>
        <a:p>
          <a:r>
            <a:rPr lang="es-ES" sz="1400" b="1" dirty="0" err="1" smtClean="0"/>
            <a:t>Approval</a:t>
          </a:r>
          <a:r>
            <a:rPr lang="es-ES" sz="1400" b="1" dirty="0" smtClean="0"/>
            <a:t> </a:t>
          </a:r>
          <a:r>
            <a:rPr lang="es-ES" sz="1400" b="1" dirty="0" err="1" smtClean="0"/>
            <a:t>Request</a:t>
          </a:r>
          <a:endParaRPr lang="es-ES" sz="1400" b="1" dirty="0"/>
        </a:p>
        <a:p>
          <a:r>
            <a:rPr lang="es-ES" sz="1400" dirty="0" smtClean="0">
              <a:solidFill>
                <a:srgbClr val="FF0000"/>
              </a:solidFill>
            </a:rPr>
            <a:t>(</a:t>
          </a:r>
          <a:r>
            <a:rPr lang="es-ES" sz="1400" dirty="0" err="1" smtClean="0">
              <a:solidFill>
                <a:srgbClr val="FF0000"/>
              </a:solidFill>
            </a:rPr>
            <a:t>From</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 </a:t>
          </a:r>
          <a:r>
            <a:rPr lang="es-ES" sz="1400" dirty="0" err="1" smtClean="0">
              <a:solidFill>
                <a:srgbClr val="FF0000"/>
              </a:solidFill>
            </a:rPr>
            <a:t>to</a:t>
          </a:r>
          <a:r>
            <a:rPr lang="es-ES" sz="1400" dirty="0" smtClean="0">
              <a:solidFill>
                <a:srgbClr val="FF0000"/>
              </a:solidFill>
            </a:rPr>
            <a:t> </a:t>
          </a:r>
          <a:r>
            <a:rPr lang="es-ES" sz="1400" dirty="0" err="1" smtClean="0">
              <a:solidFill>
                <a:srgbClr val="FF0000"/>
              </a:solidFill>
            </a:rPr>
            <a:t>pursuer</a:t>
          </a:r>
          <a:r>
            <a:rPr lang="es-ES" sz="1400" dirty="0" smtClean="0">
              <a:solidFill>
                <a:srgbClr val="FF0000"/>
              </a:solidFill>
            </a:rPr>
            <a:t>)</a:t>
          </a:r>
          <a:endParaRPr lang="es-ES" sz="1400" dirty="0"/>
        </a:p>
      </dgm:t>
    </dgm:pt>
    <dgm:pt modelId="{959F2F69-D743-48CB-B519-BF33DFC386B8}" type="parTrans" cxnId="{62B6B0AB-B642-4CDC-8B5B-59A20EE98E05}">
      <dgm:prSet/>
      <dgm:spPr/>
      <dgm:t>
        <a:bodyPr/>
        <a:lstStyle/>
        <a:p>
          <a:endParaRPr lang="es-ES"/>
        </a:p>
      </dgm:t>
    </dgm:pt>
    <dgm:pt modelId="{798B3E5A-474A-4AD5-9FA7-2FFE17FABAF5}" type="sibTrans" cxnId="{62B6B0AB-B642-4CDC-8B5B-59A20EE98E05}">
      <dgm:prSet/>
      <dgm:spPr/>
      <dgm:t>
        <a:bodyPr/>
        <a:lstStyle/>
        <a:p>
          <a:endParaRPr lang="es-ES"/>
        </a:p>
      </dgm:t>
    </dgm:pt>
    <dgm:pt modelId="{44DEF388-C23B-4711-A1DF-8A3561BCCC35}">
      <dgm:prSet phldrT="[Texto]" custT="1"/>
      <dgm:spPr/>
      <dgm:t>
        <a:bodyPr/>
        <a:lstStyle/>
        <a:p>
          <a:r>
            <a:rPr lang="es-ES" sz="1400" b="1" dirty="0" err="1" smtClean="0"/>
            <a:t>Approval</a:t>
          </a:r>
          <a:endParaRPr lang="es-ES" sz="1400" b="1" dirty="0"/>
        </a:p>
        <a:p>
          <a:r>
            <a:rPr lang="es-ES" sz="1400" dirty="0" err="1" smtClean="0">
              <a:solidFill>
                <a:srgbClr val="FF0000"/>
              </a:solidFill>
            </a:rPr>
            <a:t>Puersuer</a:t>
          </a:r>
          <a:r>
            <a:rPr lang="es-ES" sz="1400" dirty="0" smtClean="0">
              <a:solidFill>
                <a:srgbClr val="FF0000"/>
              </a:solidFill>
            </a:rPr>
            <a:t> </a:t>
          </a:r>
          <a:r>
            <a:rPr lang="es-ES" sz="1400" dirty="0" err="1" smtClean="0">
              <a:solidFill>
                <a:srgbClr val="FF0000"/>
              </a:solidFill>
            </a:rPr>
            <a:t>approves</a:t>
          </a:r>
          <a:endParaRPr lang="es-ES" sz="1400" dirty="0"/>
        </a:p>
      </dgm:t>
    </dgm:pt>
    <dgm:pt modelId="{F2D0B167-CA9A-4FFF-B4EF-B91B84E9243C}" type="parTrans" cxnId="{75830E55-2D2C-4755-8014-02258019C179}">
      <dgm:prSet/>
      <dgm:spPr/>
      <dgm:t>
        <a:bodyPr/>
        <a:lstStyle/>
        <a:p>
          <a:endParaRPr lang="es-ES"/>
        </a:p>
      </dgm:t>
    </dgm:pt>
    <dgm:pt modelId="{1DE3A1B8-16D0-4E91-A446-49ED69B62E7F}" type="sibTrans" cxnId="{75830E55-2D2C-4755-8014-02258019C179}">
      <dgm:prSet/>
      <dgm:spPr/>
      <dgm:t>
        <a:bodyPr/>
        <a:lstStyle/>
        <a:p>
          <a:endParaRPr lang="es-ES"/>
        </a:p>
      </dgm:t>
    </dgm:pt>
    <dgm:pt modelId="{B0B49199-B7DA-48EA-A7A2-F66D49E0BCD3}">
      <dgm:prSet phldrT="[Texto]" custT="1"/>
      <dgm:spPr/>
      <dgm:t>
        <a:bodyPr/>
        <a:lstStyle/>
        <a:p>
          <a:r>
            <a:rPr lang="es-ES" sz="1400" b="1" dirty="0" err="1" smtClean="0">
              <a:solidFill>
                <a:schemeClr val="tx1"/>
              </a:solidFill>
            </a:rPr>
            <a:t>Approval</a:t>
          </a:r>
          <a:r>
            <a:rPr lang="es-ES" sz="1400" b="1" dirty="0" smtClean="0">
              <a:solidFill>
                <a:schemeClr val="tx1"/>
              </a:solidFill>
            </a:rPr>
            <a:t> </a:t>
          </a:r>
          <a:r>
            <a:rPr lang="es-ES" sz="1400" b="1" dirty="0" err="1" smtClean="0">
              <a:solidFill>
                <a:schemeClr val="tx1"/>
              </a:solidFill>
            </a:rPr>
            <a:t>Notification</a:t>
          </a:r>
          <a:endParaRPr lang="es-ES" sz="1400" b="1" dirty="0">
            <a:solidFill>
              <a:schemeClr val="tx1"/>
            </a:solidFill>
          </a:endParaRPr>
        </a:p>
        <a:p>
          <a:r>
            <a:rPr lang="es-ES" sz="1400" dirty="0" smtClean="0">
              <a:solidFill>
                <a:srgbClr val="FF0000"/>
              </a:solidFill>
            </a:rPr>
            <a:t>(</a:t>
          </a:r>
          <a:r>
            <a:rPr lang="es-ES" sz="1400" dirty="0" err="1" smtClean="0">
              <a:solidFill>
                <a:srgbClr val="FF0000"/>
              </a:solidFill>
            </a:rPr>
            <a:t>To</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a:t>
          </a:r>
          <a:endParaRPr lang="es-ES" sz="1400" dirty="0">
            <a:solidFill>
              <a:srgbClr val="FF0000"/>
            </a:solidFill>
          </a:endParaRPr>
        </a:p>
      </dgm:t>
    </dgm:pt>
    <dgm:pt modelId="{B86358CC-0146-4266-A290-29E270B75A6E}" type="parTrans" cxnId="{751FB4C5-6E13-4485-A851-FCA3B5DAFC92}">
      <dgm:prSet/>
      <dgm:spPr/>
      <dgm:t>
        <a:bodyPr/>
        <a:lstStyle/>
        <a:p>
          <a:endParaRPr lang="es-ES"/>
        </a:p>
      </dgm:t>
    </dgm:pt>
    <dgm:pt modelId="{108A1946-DF62-4C50-941A-332A475DF911}" type="sibTrans" cxnId="{751FB4C5-6E13-4485-A851-FCA3B5DAFC92}">
      <dgm:prSet/>
      <dgm:spPr/>
      <dgm:t>
        <a:bodyPr/>
        <a:lstStyle/>
        <a:p>
          <a:endParaRPr lang="es-ES"/>
        </a:p>
      </dgm:t>
    </dgm:pt>
    <dgm:pt modelId="{AC7D8298-30E9-448D-9248-C12B408E2E14}">
      <dgm:prSet phldrT="[Texto]" custT="1"/>
      <dgm:spPr>
        <a:noFill/>
      </dgm:spPr>
      <dgm:t>
        <a:bodyPr/>
        <a:lstStyle/>
        <a:p>
          <a:r>
            <a:rPr lang="es-ES" sz="1400" b="1" dirty="0" err="1" smtClean="0"/>
            <a:t>Cost</a:t>
          </a:r>
          <a:r>
            <a:rPr lang="es-ES" sz="1400" b="1" dirty="0" smtClean="0"/>
            <a:t> </a:t>
          </a:r>
          <a:r>
            <a:rPr lang="es-ES" sz="1400" b="1" dirty="0" err="1" smtClean="0"/>
            <a:t>lines</a:t>
          </a:r>
          <a:endParaRPr lang="es-ES" sz="1400" b="1" dirty="0"/>
        </a:p>
        <a:p>
          <a:r>
            <a:rPr lang="es-ES" sz="1400" dirty="0" smtClean="0">
              <a:solidFill>
                <a:srgbClr val="FF0000"/>
              </a:solidFill>
            </a:rPr>
            <a:t>(In </a:t>
          </a:r>
          <a:r>
            <a:rPr lang="es-ES" sz="1400" dirty="0" err="1" smtClean="0">
              <a:solidFill>
                <a:srgbClr val="FF0000"/>
              </a:solidFill>
            </a:rPr>
            <a:t>development</a:t>
          </a:r>
          <a:r>
            <a:rPr lang="es-ES" sz="1400" dirty="0" smtClean="0">
              <a:solidFill>
                <a:srgbClr val="FF0000"/>
              </a:solidFill>
            </a:rPr>
            <a:t>)</a:t>
          </a:r>
          <a:endParaRPr lang="es-ES" sz="1400" dirty="0">
            <a:solidFill>
              <a:srgbClr val="FF0000"/>
            </a:solidFill>
          </a:endParaRPr>
        </a:p>
      </dgm:t>
    </dgm:pt>
    <dgm:pt modelId="{1B4D909B-EF06-4904-82EB-368AA007E7ED}" type="parTrans" cxnId="{8F15591C-B6AF-4439-A86C-3FC9D052401A}">
      <dgm:prSet/>
      <dgm:spPr/>
      <dgm:t>
        <a:bodyPr/>
        <a:lstStyle/>
        <a:p>
          <a:endParaRPr lang="es-ES"/>
        </a:p>
      </dgm:t>
    </dgm:pt>
    <dgm:pt modelId="{533198D9-075F-44E0-A7CA-CF5F38CC027B}" type="sibTrans" cxnId="{8F15591C-B6AF-4439-A86C-3FC9D052401A}">
      <dgm:prSet/>
      <dgm:spPr/>
      <dgm:t>
        <a:bodyPr/>
        <a:lstStyle/>
        <a:p>
          <a:endParaRPr lang="es-ES"/>
        </a:p>
      </dgm:t>
    </dgm:pt>
    <dgm:pt modelId="{68B814B4-E7FD-4EA4-9FBD-15861241AC9A}">
      <dgm:prSet phldrT="[Texto]" custT="1"/>
      <dgm:spPr>
        <a:noFill/>
      </dgm:spPr>
      <dgm:t>
        <a:bodyPr/>
        <a:lstStyle/>
        <a:p>
          <a:r>
            <a:rPr lang="es-ES" sz="1400" b="1" dirty="0" err="1" smtClean="0"/>
            <a:t>Lessons</a:t>
          </a:r>
          <a:r>
            <a:rPr lang="es-ES" sz="1400" b="1" dirty="0" smtClean="0"/>
            <a:t> </a:t>
          </a:r>
          <a:r>
            <a:rPr lang="es-ES" sz="1400" b="1" dirty="0" err="1" smtClean="0"/>
            <a:t>Learned</a:t>
          </a:r>
          <a:endParaRPr lang="es-ES" sz="1400" b="1" dirty="0"/>
        </a:p>
        <a:p>
          <a:r>
            <a:rPr lang="es-ES" sz="1400" dirty="0" smtClean="0">
              <a:solidFill>
                <a:srgbClr val="FF0000"/>
              </a:solidFill>
            </a:rPr>
            <a:t>(In </a:t>
          </a:r>
          <a:r>
            <a:rPr lang="es-ES" sz="1400" dirty="0" err="1" smtClean="0">
              <a:solidFill>
                <a:srgbClr val="FF0000"/>
              </a:solidFill>
            </a:rPr>
            <a:t>development</a:t>
          </a:r>
          <a:r>
            <a:rPr lang="es-ES" sz="1400" dirty="0" smtClean="0">
              <a:solidFill>
                <a:srgbClr val="FF0000"/>
              </a:solidFill>
            </a:rPr>
            <a:t>)</a:t>
          </a:r>
          <a:endParaRPr lang="es-ES" sz="1400" dirty="0">
            <a:solidFill>
              <a:srgbClr val="FF0000"/>
            </a:solidFill>
          </a:endParaRPr>
        </a:p>
      </dgm:t>
    </dgm:pt>
    <dgm:pt modelId="{B74CA645-B376-44F2-AAEE-EFE422712385}" type="parTrans" cxnId="{ECB541AD-01FF-4653-9802-6B93DDE832C8}">
      <dgm:prSet/>
      <dgm:spPr/>
      <dgm:t>
        <a:bodyPr/>
        <a:lstStyle/>
        <a:p>
          <a:endParaRPr lang="es-ES"/>
        </a:p>
      </dgm:t>
    </dgm:pt>
    <dgm:pt modelId="{1BFDEA09-B19D-45CD-8531-DEB2D9640E44}" type="sibTrans" cxnId="{ECB541AD-01FF-4653-9802-6B93DDE832C8}">
      <dgm:prSet/>
      <dgm:spPr/>
      <dgm:t>
        <a:bodyPr/>
        <a:lstStyle/>
        <a:p>
          <a:endParaRPr lang="es-ES"/>
        </a:p>
      </dgm:t>
    </dgm:pt>
    <dgm:pt modelId="{1C40FB60-FF73-4F31-81FD-A2BEFD34D958}" type="pres">
      <dgm:prSet presAssocID="{50C314E4-9C6D-4C8E-8762-64F169F3F937}" presName="Name0" presStyleCnt="0">
        <dgm:presLayoutVars>
          <dgm:dir/>
          <dgm:resizeHandles val="exact"/>
        </dgm:presLayoutVars>
      </dgm:prSet>
      <dgm:spPr/>
      <dgm:t>
        <a:bodyPr/>
        <a:lstStyle/>
        <a:p>
          <a:endParaRPr lang="es-ES"/>
        </a:p>
      </dgm:t>
    </dgm:pt>
    <dgm:pt modelId="{96B395F7-F187-4F07-934B-B5BC013FC3B8}" type="pres">
      <dgm:prSet presAssocID="{C9A4884A-9CFF-4E80-897C-EA951BCFA293}" presName="node" presStyleLbl="node1" presStyleIdx="0" presStyleCnt="16" custScaleX="150976" custScaleY="172252">
        <dgm:presLayoutVars>
          <dgm:bulletEnabled val="1"/>
        </dgm:presLayoutVars>
      </dgm:prSet>
      <dgm:spPr/>
      <dgm:t>
        <a:bodyPr/>
        <a:lstStyle/>
        <a:p>
          <a:endParaRPr lang="es-ES"/>
        </a:p>
      </dgm:t>
    </dgm:pt>
    <dgm:pt modelId="{8D9CFC0D-6DBA-437D-B746-A9183CDE891A}" type="pres">
      <dgm:prSet presAssocID="{EDD25D10-71CD-4D21-9309-25D70A6EEECF}" presName="sibTrans" presStyleLbl="sibTrans1D1" presStyleIdx="0" presStyleCnt="15"/>
      <dgm:spPr/>
      <dgm:t>
        <a:bodyPr/>
        <a:lstStyle/>
        <a:p>
          <a:endParaRPr lang="es-ES"/>
        </a:p>
      </dgm:t>
    </dgm:pt>
    <dgm:pt modelId="{A04FE8EC-69E7-4E95-A00E-7BE9F49733AB}" type="pres">
      <dgm:prSet presAssocID="{EDD25D10-71CD-4D21-9309-25D70A6EEECF}" presName="connectorText" presStyleLbl="sibTrans1D1" presStyleIdx="0" presStyleCnt="15"/>
      <dgm:spPr/>
      <dgm:t>
        <a:bodyPr/>
        <a:lstStyle/>
        <a:p>
          <a:endParaRPr lang="es-ES"/>
        </a:p>
      </dgm:t>
    </dgm:pt>
    <dgm:pt modelId="{7FF9C174-A44B-40BF-98CB-0817D8945335}" type="pres">
      <dgm:prSet presAssocID="{E2D2957E-5B8F-4110-A981-772A28256914}" presName="node" presStyleLbl="node1" presStyleIdx="1" presStyleCnt="16" custScaleX="150976" custScaleY="172252">
        <dgm:presLayoutVars>
          <dgm:bulletEnabled val="1"/>
        </dgm:presLayoutVars>
      </dgm:prSet>
      <dgm:spPr/>
      <dgm:t>
        <a:bodyPr/>
        <a:lstStyle/>
        <a:p>
          <a:endParaRPr lang="es-ES"/>
        </a:p>
      </dgm:t>
    </dgm:pt>
    <dgm:pt modelId="{6354ED64-0F73-4876-802D-E98844F96F80}" type="pres">
      <dgm:prSet presAssocID="{AE31CD7B-0784-451B-B002-368EE42937A3}" presName="sibTrans" presStyleLbl="sibTrans1D1" presStyleIdx="1" presStyleCnt="15"/>
      <dgm:spPr/>
      <dgm:t>
        <a:bodyPr/>
        <a:lstStyle/>
        <a:p>
          <a:endParaRPr lang="es-ES"/>
        </a:p>
      </dgm:t>
    </dgm:pt>
    <dgm:pt modelId="{AE0A4F0A-EA3A-4000-96EE-CF6911DF6080}" type="pres">
      <dgm:prSet presAssocID="{AE31CD7B-0784-451B-B002-368EE42937A3}" presName="connectorText" presStyleLbl="sibTrans1D1" presStyleIdx="1" presStyleCnt="15"/>
      <dgm:spPr/>
      <dgm:t>
        <a:bodyPr/>
        <a:lstStyle/>
        <a:p>
          <a:endParaRPr lang="es-ES"/>
        </a:p>
      </dgm:t>
    </dgm:pt>
    <dgm:pt modelId="{E624E633-52B9-4EAE-A4A9-32B5D5DD07E7}" type="pres">
      <dgm:prSet presAssocID="{ED0A14B0-7AD3-4090-BBC4-2BC884DE8864}" presName="node" presStyleLbl="node1" presStyleIdx="2" presStyleCnt="16" custScaleX="150976" custScaleY="172252">
        <dgm:presLayoutVars>
          <dgm:bulletEnabled val="1"/>
        </dgm:presLayoutVars>
      </dgm:prSet>
      <dgm:spPr/>
      <dgm:t>
        <a:bodyPr/>
        <a:lstStyle/>
        <a:p>
          <a:endParaRPr lang="es-ES"/>
        </a:p>
      </dgm:t>
    </dgm:pt>
    <dgm:pt modelId="{B9EDBAD6-88A6-41CD-A7C5-E511CF9C0E42}" type="pres">
      <dgm:prSet presAssocID="{5524A69E-15AA-4982-8854-D9ABBE82A6D2}" presName="sibTrans" presStyleLbl="sibTrans1D1" presStyleIdx="2" presStyleCnt="15"/>
      <dgm:spPr/>
      <dgm:t>
        <a:bodyPr/>
        <a:lstStyle/>
        <a:p>
          <a:endParaRPr lang="es-ES"/>
        </a:p>
      </dgm:t>
    </dgm:pt>
    <dgm:pt modelId="{760F1834-FBD9-4692-BA8F-60A60357EE78}" type="pres">
      <dgm:prSet presAssocID="{5524A69E-15AA-4982-8854-D9ABBE82A6D2}" presName="connectorText" presStyleLbl="sibTrans1D1" presStyleIdx="2" presStyleCnt="15"/>
      <dgm:spPr/>
      <dgm:t>
        <a:bodyPr/>
        <a:lstStyle/>
        <a:p>
          <a:endParaRPr lang="es-ES"/>
        </a:p>
      </dgm:t>
    </dgm:pt>
    <dgm:pt modelId="{4EA33006-1AB1-42CA-9AE3-2A58DB98B5B3}" type="pres">
      <dgm:prSet presAssocID="{7BFB8197-52C6-4B01-8ADF-C0573C18E9CA}" presName="node" presStyleLbl="node1" presStyleIdx="3" presStyleCnt="16" custScaleX="150976" custScaleY="172252">
        <dgm:presLayoutVars>
          <dgm:bulletEnabled val="1"/>
        </dgm:presLayoutVars>
      </dgm:prSet>
      <dgm:spPr/>
      <dgm:t>
        <a:bodyPr/>
        <a:lstStyle/>
        <a:p>
          <a:endParaRPr lang="es-ES"/>
        </a:p>
      </dgm:t>
    </dgm:pt>
    <dgm:pt modelId="{917B10D3-7ACE-457B-A13A-DD2D52DDA242}" type="pres">
      <dgm:prSet presAssocID="{C3B0FCAD-B26F-4888-BCD8-90C75E86DDED}" presName="sibTrans" presStyleLbl="sibTrans1D1" presStyleIdx="3" presStyleCnt="15"/>
      <dgm:spPr/>
      <dgm:t>
        <a:bodyPr/>
        <a:lstStyle/>
        <a:p>
          <a:endParaRPr lang="es-ES"/>
        </a:p>
      </dgm:t>
    </dgm:pt>
    <dgm:pt modelId="{6E6F1551-F8EE-4A0A-8525-88CAFFA92D7D}" type="pres">
      <dgm:prSet presAssocID="{C3B0FCAD-B26F-4888-BCD8-90C75E86DDED}" presName="connectorText" presStyleLbl="sibTrans1D1" presStyleIdx="3" presStyleCnt="15"/>
      <dgm:spPr/>
      <dgm:t>
        <a:bodyPr/>
        <a:lstStyle/>
        <a:p>
          <a:endParaRPr lang="es-ES"/>
        </a:p>
      </dgm:t>
    </dgm:pt>
    <dgm:pt modelId="{66C0E43C-9775-45F6-A131-E4B4217BB0CE}" type="pres">
      <dgm:prSet presAssocID="{21D40F32-6F3C-408B-94B5-C874AB3C265D}" presName="node" presStyleLbl="node1" presStyleIdx="4" presStyleCnt="16" custScaleX="150976" custScaleY="172252">
        <dgm:presLayoutVars>
          <dgm:bulletEnabled val="1"/>
        </dgm:presLayoutVars>
      </dgm:prSet>
      <dgm:spPr/>
      <dgm:t>
        <a:bodyPr/>
        <a:lstStyle/>
        <a:p>
          <a:endParaRPr lang="es-ES"/>
        </a:p>
      </dgm:t>
    </dgm:pt>
    <dgm:pt modelId="{BD3EB14E-66F7-4E66-8E3A-0859162BFC95}" type="pres">
      <dgm:prSet presAssocID="{7F0FBCA1-C0E9-40B8-A171-CA9E93F6FC61}" presName="sibTrans" presStyleLbl="sibTrans1D1" presStyleIdx="4" presStyleCnt="15"/>
      <dgm:spPr/>
      <dgm:t>
        <a:bodyPr/>
        <a:lstStyle/>
        <a:p>
          <a:endParaRPr lang="es-ES"/>
        </a:p>
      </dgm:t>
    </dgm:pt>
    <dgm:pt modelId="{4E108CD1-F5E5-41AF-86F5-84BA948B2203}" type="pres">
      <dgm:prSet presAssocID="{7F0FBCA1-C0E9-40B8-A171-CA9E93F6FC61}" presName="connectorText" presStyleLbl="sibTrans1D1" presStyleIdx="4" presStyleCnt="15"/>
      <dgm:spPr/>
      <dgm:t>
        <a:bodyPr/>
        <a:lstStyle/>
        <a:p>
          <a:endParaRPr lang="es-ES"/>
        </a:p>
      </dgm:t>
    </dgm:pt>
    <dgm:pt modelId="{851EDB6E-5416-45FA-96D1-4AF90B5E6593}" type="pres">
      <dgm:prSet presAssocID="{E2341079-C464-4CA3-846A-E92312ECAEFE}" presName="node" presStyleLbl="node1" presStyleIdx="5" presStyleCnt="16" custScaleX="150976" custScaleY="172252">
        <dgm:presLayoutVars>
          <dgm:bulletEnabled val="1"/>
        </dgm:presLayoutVars>
      </dgm:prSet>
      <dgm:spPr/>
      <dgm:t>
        <a:bodyPr/>
        <a:lstStyle/>
        <a:p>
          <a:endParaRPr lang="es-ES"/>
        </a:p>
      </dgm:t>
    </dgm:pt>
    <dgm:pt modelId="{B38D5E70-ED23-4C2E-BDE7-38757468FCCD}" type="pres">
      <dgm:prSet presAssocID="{B93C54C4-3034-419A-B066-6D6706543B46}" presName="sibTrans" presStyleLbl="sibTrans1D1" presStyleIdx="5" presStyleCnt="15"/>
      <dgm:spPr/>
      <dgm:t>
        <a:bodyPr/>
        <a:lstStyle/>
        <a:p>
          <a:endParaRPr lang="es-ES"/>
        </a:p>
      </dgm:t>
    </dgm:pt>
    <dgm:pt modelId="{5D04CB7B-C1E4-483E-B6AB-5312FAF2BF6C}" type="pres">
      <dgm:prSet presAssocID="{B93C54C4-3034-419A-B066-6D6706543B46}" presName="connectorText" presStyleLbl="sibTrans1D1" presStyleIdx="5" presStyleCnt="15"/>
      <dgm:spPr/>
      <dgm:t>
        <a:bodyPr/>
        <a:lstStyle/>
        <a:p>
          <a:endParaRPr lang="es-ES"/>
        </a:p>
      </dgm:t>
    </dgm:pt>
    <dgm:pt modelId="{4E9B74EF-7A5F-41F0-83DD-B7A6C6A68CC7}" type="pres">
      <dgm:prSet presAssocID="{D1599B20-23C5-4F80-B819-6939FE192EF3}" presName="node" presStyleLbl="node1" presStyleIdx="6" presStyleCnt="16" custScaleX="150976" custScaleY="172252">
        <dgm:presLayoutVars>
          <dgm:bulletEnabled val="1"/>
        </dgm:presLayoutVars>
      </dgm:prSet>
      <dgm:spPr/>
      <dgm:t>
        <a:bodyPr/>
        <a:lstStyle/>
        <a:p>
          <a:endParaRPr lang="es-ES"/>
        </a:p>
      </dgm:t>
    </dgm:pt>
    <dgm:pt modelId="{77338716-3EEE-4A8A-AAEE-7C3C5EAC330F}" type="pres">
      <dgm:prSet presAssocID="{20E982D3-13CB-4966-8921-C02F39A65BFB}" presName="sibTrans" presStyleLbl="sibTrans1D1" presStyleIdx="6" presStyleCnt="15"/>
      <dgm:spPr/>
      <dgm:t>
        <a:bodyPr/>
        <a:lstStyle/>
        <a:p>
          <a:endParaRPr lang="es-ES"/>
        </a:p>
      </dgm:t>
    </dgm:pt>
    <dgm:pt modelId="{29EBF01B-4A59-4AE1-890A-41CDB8988300}" type="pres">
      <dgm:prSet presAssocID="{20E982D3-13CB-4966-8921-C02F39A65BFB}" presName="connectorText" presStyleLbl="sibTrans1D1" presStyleIdx="6" presStyleCnt="15"/>
      <dgm:spPr/>
      <dgm:t>
        <a:bodyPr/>
        <a:lstStyle/>
        <a:p>
          <a:endParaRPr lang="es-ES"/>
        </a:p>
      </dgm:t>
    </dgm:pt>
    <dgm:pt modelId="{84F235BE-42E1-4F32-9A62-E15CB6DF1B6B}" type="pres">
      <dgm:prSet presAssocID="{ADDB5607-5208-4850-A66F-62A09D5F9EAE}" presName="node" presStyleLbl="node1" presStyleIdx="7" presStyleCnt="16" custScaleX="150976" custScaleY="172252">
        <dgm:presLayoutVars>
          <dgm:bulletEnabled val="1"/>
        </dgm:presLayoutVars>
      </dgm:prSet>
      <dgm:spPr/>
      <dgm:t>
        <a:bodyPr/>
        <a:lstStyle/>
        <a:p>
          <a:endParaRPr lang="es-ES"/>
        </a:p>
      </dgm:t>
    </dgm:pt>
    <dgm:pt modelId="{A2014CA5-3B34-4400-ACF0-6AB2B7ECBFEE}" type="pres">
      <dgm:prSet presAssocID="{2503EC76-C834-497A-9FC6-24E93A3AB762}" presName="sibTrans" presStyleLbl="sibTrans1D1" presStyleIdx="7" presStyleCnt="15"/>
      <dgm:spPr/>
      <dgm:t>
        <a:bodyPr/>
        <a:lstStyle/>
        <a:p>
          <a:endParaRPr lang="es-ES"/>
        </a:p>
      </dgm:t>
    </dgm:pt>
    <dgm:pt modelId="{4DC1A9D7-8F48-42C7-8251-C4725A1554E4}" type="pres">
      <dgm:prSet presAssocID="{2503EC76-C834-497A-9FC6-24E93A3AB762}" presName="connectorText" presStyleLbl="sibTrans1D1" presStyleIdx="7" presStyleCnt="15"/>
      <dgm:spPr/>
      <dgm:t>
        <a:bodyPr/>
        <a:lstStyle/>
        <a:p>
          <a:endParaRPr lang="es-ES"/>
        </a:p>
      </dgm:t>
    </dgm:pt>
    <dgm:pt modelId="{777A0E77-16B4-4E28-83D9-23DEFFDA5345}" type="pres">
      <dgm:prSet presAssocID="{255D4507-7B8F-4BD9-B806-645A17B46FFE}" presName="node" presStyleLbl="node1" presStyleIdx="8" presStyleCnt="16" custScaleX="150976" custScaleY="172252">
        <dgm:presLayoutVars>
          <dgm:bulletEnabled val="1"/>
        </dgm:presLayoutVars>
      </dgm:prSet>
      <dgm:spPr/>
      <dgm:t>
        <a:bodyPr/>
        <a:lstStyle/>
        <a:p>
          <a:endParaRPr lang="es-ES"/>
        </a:p>
      </dgm:t>
    </dgm:pt>
    <dgm:pt modelId="{C64C606A-8B49-4D87-A43D-CA63A88136B3}" type="pres">
      <dgm:prSet presAssocID="{4CF486F5-540C-42D1-BDFD-191E3ACE5879}" presName="sibTrans" presStyleLbl="sibTrans1D1" presStyleIdx="8" presStyleCnt="15"/>
      <dgm:spPr/>
      <dgm:t>
        <a:bodyPr/>
        <a:lstStyle/>
        <a:p>
          <a:endParaRPr lang="es-ES"/>
        </a:p>
      </dgm:t>
    </dgm:pt>
    <dgm:pt modelId="{5679E437-1712-430D-85F7-55858456E471}" type="pres">
      <dgm:prSet presAssocID="{4CF486F5-540C-42D1-BDFD-191E3ACE5879}" presName="connectorText" presStyleLbl="sibTrans1D1" presStyleIdx="8" presStyleCnt="15"/>
      <dgm:spPr/>
      <dgm:t>
        <a:bodyPr/>
        <a:lstStyle/>
        <a:p>
          <a:endParaRPr lang="es-ES"/>
        </a:p>
      </dgm:t>
    </dgm:pt>
    <dgm:pt modelId="{26555727-F8F6-4C80-B7C4-765F59F11512}" type="pres">
      <dgm:prSet presAssocID="{0689D8BE-64A7-455C-8C22-4720706F868E}" presName="node" presStyleLbl="node1" presStyleIdx="9" presStyleCnt="16" custScaleX="150976" custScaleY="172252">
        <dgm:presLayoutVars>
          <dgm:bulletEnabled val="1"/>
        </dgm:presLayoutVars>
      </dgm:prSet>
      <dgm:spPr/>
      <dgm:t>
        <a:bodyPr/>
        <a:lstStyle/>
        <a:p>
          <a:endParaRPr lang="es-ES"/>
        </a:p>
      </dgm:t>
    </dgm:pt>
    <dgm:pt modelId="{900A568A-4703-43F5-841C-F23F1695F6EC}" type="pres">
      <dgm:prSet presAssocID="{4CAD8077-9DBC-4284-8057-3B201C5BA55B}" presName="sibTrans" presStyleLbl="sibTrans1D1" presStyleIdx="9" presStyleCnt="15"/>
      <dgm:spPr/>
      <dgm:t>
        <a:bodyPr/>
        <a:lstStyle/>
        <a:p>
          <a:endParaRPr lang="es-ES"/>
        </a:p>
      </dgm:t>
    </dgm:pt>
    <dgm:pt modelId="{6CF21711-2768-4C88-85AE-D0191B7E7B8E}" type="pres">
      <dgm:prSet presAssocID="{4CAD8077-9DBC-4284-8057-3B201C5BA55B}" presName="connectorText" presStyleLbl="sibTrans1D1" presStyleIdx="9" presStyleCnt="15"/>
      <dgm:spPr/>
      <dgm:t>
        <a:bodyPr/>
        <a:lstStyle/>
        <a:p>
          <a:endParaRPr lang="es-ES"/>
        </a:p>
      </dgm:t>
    </dgm:pt>
    <dgm:pt modelId="{971A59DE-B411-4B3C-BBE7-5A17F4A92017}" type="pres">
      <dgm:prSet presAssocID="{DC560DB6-1911-4080-8F3D-94CA943B557C}" presName="node" presStyleLbl="node1" presStyleIdx="10" presStyleCnt="16" custScaleX="150976" custScaleY="172252">
        <dgm:presLayoutVars>
          <dgm:bulletEnabled val="1"/>
        </dgm:presLayoutVars>
      </dgm:prSet>
      <dgm:spPr/>
      <dgm:t>
        <a:bodyPr/>
        <a:lstStyle/>
        <a:p>
          <a:endParaRPr lang="es-ES"/>
        </a:p>
      </dgm:t>
    </dgm:pt>
    <dgm:pt modelId="{9AC85EE4-6D92-4317-B6EC-338E509257A7}" type="pres">
      <dgm:prSet presAssocID="{0C6A8E10-B4BF-41F0-B1A8-9F468C05D86D}" presName="sibTrans" presStyleLbl="sibTrans1D1" presStyleIdx="10" presStyleCnt="15"/>
      <dgm:spPr/>
      <dgm:t>
        <a:bodyPr/>
        <a:lstStyle/>
        <a:p>
          <a:endParaRPr lang="es-ES"/>
        </a:p>
      </dgm:t>
    </dgm:pt>
    <dgm:pt modelId="{E0234950-A1FF-4281-844C-31AAF5B8EB6C}" type="pres">
      <dgm:prSet presAssocID="{0C6A8E10-B4BF-41F0-B1A8-9F468C05D86D}" presName="connectorText" presStyleLbl="sibTrans1D1" presStyleIdx="10" presStyleCnt="15"/>
      <dgm:spPr/>
      <dgm:t>
        <a:bodyPr/>
        <a:lstStyle/>
        <a:p>
          <a:endParaRPr lang="es-ES"/>
        </a:p>
      </dgm:t>
    </dgm:pt>
    <dgm:pt modelId="{A9A6ED20-EECE-4257-B4F1-766DE7D19BDB}" type="pres">
      <dgm:prSet presAssocID="{CDD8089B-9B68-42B2-8A26-671A2BA930D5}" presName="node" presStyleLbl="node1" presStyleIdx="11" presStyleCnt="16" custScaleX="150976" custScaleY="172252">
        <dgm:presLayoutVars>
          <dgm:bulletEnabled val="1"/>
        </dgm:presLayoutVars>
      </dgm:prSet>
      <dgm:spPr/>
      <dgm:t>
        <a:bodyPr/>
        <a:lstStyle/>
        <a:p>
          <a:endParaRPr lang="es-ES"/>
        </a:p>
      </dgm:t>
    </dgm:pt>
    <dgm:pt modelId="{0EA7FC06-F558-4726-B4E4-740F6D37AEC6}" type="pres">
      <dgm:prSet presAssocID="{798B3E5A-474A-4AD5-9FA7-2FFE17FABAF5}" presName="sibTrans" presStyleLbl="sibTrans1D1" presStyleIdx="11" presStyleCnt="15"/>
      <dgm:spPr/>
      <dgm:t>
        <a:bodyPr/>
        <a:lstStyle/>
        <a:p>
          <a:endParaRPr lang="es-ES"/>
        </a:p>
      </dgm:t>
    </dgm:pt>
    <dgm:pt modelId="{AE0D23DC-3A5F-4313-9D2A-CFE86E7287C3}" type="pres">
      <dgm:prSet presAssocID="{798B3E5A-474A-4AD5-9FA7-2FFE17FABAF5}" presName="connectorText" presStyleLbl="sibTrans1D1" presStyleIdx="11" presStyleCnt="15"/>
      <dgm:spPr/>
      <dgm:t>
        <a:bodyPr/>
        <a:lstStyle/>
        <a:p>
          <a:endParaRPr lang="es-ES"/>
        </a:p>
      </dgm:t>
    </dgm:pt>
    <dgm:pt modelId="{4E3DF917-13AF-4BA3-A4E3-B7E12EFF3B83}" type="pres">
      <dgm:prSet presAssocID="{44DEF388-C23B-4711-A1DF-8A3561BCCC35}" presName="node" presStyleLbl="node1" presStyleIdx="12" presStyleCnt="16" custScaleX="150976" custScaleY="172252">
        <dgm:presLayoutVars>
          <dgm:bulletEnabled val="1"/>
        </dgm:presLayoutVars>
      </dgm:prSet>
      <dgm:spPr/>
      <dgm:t>
        <a:bodyPr/>
        <a:lstStyle/>
        <a:p>
          <a:endParaRPr lang="es-ES"/>
        </a:p>
      </dgm:t>
    </dgm:pt>
    <dgm:pt modelId="{9FECAA32-3975-4529-A431-1EF928D4A1F8}" type="pres">
      <dgm:prSet presAssocID="{1DE3A1B8-16D0-4E91-A446-49ED69B62E7F}" presName="sibTrans" presStyleLbl="sibTrans1D1" presStyleIdx="12" presStyleCnt="15"/>
      <dgm:spPr/>
      <dgm:t>
        <a:bodyPr/>
        <a:lstStyle/>
        <a:p>
          <a:endParaRPr lang="es-ES"/>
        </a:p>
      </dgm:t>
    </dgm:pt>
    <dgm:pt modelId="{9ACC0A1C-01BC-4265-9667-15A3762F4B7E}" type="pres">
      <dgm:prSet presAssocID="{1DE3A1B8-16D0-4E91-A446-49ED69B62E7F}" presName="connectorText" presStyleLbl="sibTrans1D1" presStyleIdx="12" presStyleCnt="15"/>
      <dgm:spPr/>
      <dgm:t>
        <a:bodyPr/>
        <a:lstStyle/>
        <a:p>
          <a:endParaRPr lang="es-ES"/>
        </a:p>
      </dgm:t>
    </dgm:pt>
    <dgm:pt modelId="{25EC0690-599E-49AC-B287-8D1A2A6B337E}" type="pres">
      <dgm:prSet presAssocID="{B0B49199-B7DA-48EA-A7A2-F66D49E0BCD3}" presName="node" presStyleLbl="node1" presStyleIdx="13" presStyleCnt="16" custScaleX="150976" custScaleY="172252">
        <dgm:presLayoutVars>
          <dgm:bulletEnabled val="1"/>
        </dgm:presLayoutVars>
      </dgm:prSet>
      <dgm:spPr/>
      <dgm:t>
        <a:bodyPr/>
        <a:lstStyle/>
        <a:p>
          <a:endParaRPr lang="es-ES"/>
        </a:p>
      </dgm:t>
    </dgm:pt>
    <dgm:pt modelId="{09CCF426-282B-44D4-BE6D-7D3E300923D0}" type="pres">
      <dgm:prSet presAssocID="{108A1946-DF62-4C50-941A-332A475DF911}" presName="sibTrans" presStyleLbl="sibTrans1D1" presStyleIdx="13" presStyleCnt="15"/>
      <dgm:spPr/>
      <dgm:t>
        <a:bodyPr/>
        <a:lstStyle/>
        <a:p>
          <a:endParaRPr lang="es-ES"/>
        </a:p>
      </dgm:t>
    </dgm:pt>
    <dgm:pt modelId="{723AFC49-A4C6-4AE3-9A09-D5EE7622AC4B}" type="pres">
      <dgm:prSet presAssocID="{108A1946-DF62-4C50-941A-332A475DF911}" presName="connectorText" presStyleLbl="sibTrans1D1" presStyleIdx="13" presStyleCnt="15"/>
      <dgm:spPr/>
      <dgm:t>
        <a:bodyPr/>
        <a:lstStyle/>
        <a:p>
          <a:endParaRPr lang="es-ES"/>
        </a:p>
      </dgm:t>
    </dgm:pt>
    <dgm:pt modelId="{157767C9-A773-47C6-B26E-055006F3A05C}" type="pres">
      <dgm:prSet presAssocID="{AC7D8298-30E9-448D-9248-C12B408E2E14}" presName="node" presStyleLbl="node1" presStyleIdx="14" presStyleCnt="16" custScaleX="150976" custScaleY="172252">
        <dgm:presLayoutVars>
          <dgm:bulletEnabled val="1"/>
        </dgm:presLayoutVars>
      </dgm:prSet>
      <dgm:spPr/>
      <dgm:t>
        <a:bodyPr/>
        <a:lstStyle/>
        <a:p>
          <a:endParaRPr lang="es-ES"/>
        </a:p>
      </dgm:t>
    </dgm:pt>
    <dgm:pt modelId="{F64B133A-9E39-46D2-B412-084A946463CE}" type="pres">
      <dgm:prSet presAssocID="{533198D9-075F-44E0-A7CA-CF5F38CC027B}" presName="sibTrans" presStyleLbl="sibTrans1D1" presStyleIdx="14" presStyleCnt="15"/>
      <dgm:spPr/>
      <dgm:t>
        <a:bodyPr/>
        <a:lstStyle/>
        <a:p>
          <a:endParaRPr lang="es-ES"/>
        </a:p>
      </dgm:t>
    </dgm:pt>
    <dgm:pt modelId="{4550A667-37D6-49AA-BECB-9008444265EF}" type="pres">
      <dgm:prSet presAssocID="{533198D9-075F-44E0-A7CA-CF5F38CC027B}" presName="connectorText" presStyleLbl="sibTrans1D1" presStyleIdx="14" presStyleCnt="15"/>
      <dgm:spPr/>
      <dgm:t>
        <a:bodyPr/>
        <a:lstStyle/>
        <a:p>
          <a:endParaRPr lang="es-ES"/>
        </a:p>
      </dgm:t>
    </dgm:pt>
    <dgm:pt modelId="{68C0D9B1-0DA4-487F-931E-D9C1FC4CA1E7}" type="pres">
      <dgm:prSet presAssocID="{68B814B4-E7FD-4EA4-9FBD-15861241AC9A}" presName="node" presStyleLbl="node1" presStyleIdx="15" presStyleCnt="16" custScaleX="150976" custScaleY="172252">
        <dgm:presLayoutVars>
          <dgm:bulletEnabled val="1"/>
        </dgm:presLayoutVars>
      </dgm:prSet>
      <dgm:spPr/>
      <dgm:t>
        <a:bodyPr/>
        <a:lstStyle/>
        <a:p>
          <a:endParaRPr lang="es-ES"/>
        </a:p>
      </dgm:t>
    </dgm:pt>
  </dgm:ptLst>
  <dgm:cxnLst>
    <dgm:cxn modelId="{62B6B0AB-B642-4CDC-8B5B-59A20EE98E05}" srcId="{50C314E4-9C6D-4C8E-8762-64F169F3F937}" destId="{CDD8089B-9B68-42B2-8A26-671A2BA930D5}" srcOrd="11" destOrd="0" parTransId="{959F2F69-D743-48CB-B519-BF33DFC386B8}" sibTransId="{798B3E5A-474A-4AD5-9FA7-2FFE17FABAF5}"/>
    <dgm:cxn modelId="{04149BD9-6CE2-4063-ACC4-2C686CF0AFDC}" type="presOf" srcId="{0C6A8E10-B4BF-41F0-B1A8-9F468C05D86D}" destId="{E0234950-A1FF-4281-844C-31AAF5B8EB6C}" srcOrd="1" destOrd="0" presId="urn:microsoft.com/office/officeart/2005/8/layout/bProcess3"/>
    <dgm:cxn modelId="{40C85BA1-D1D2-4EED-8B05-9EB13268B4F4}" type="presOf" srcId="{255D4507-7B8F-4BD9-B806-645A17B46FFE}" destId="{777A0E77-16B4-4E28-83D9-23DEFFDA5345}" srcOrd="0" destOrd="0" presId="urn:microsoft.com/office/officeart/2005/8/layout/bProcess3"/>
    <dgm:cxn modelId="{ED34909A-F3E2-4870-9AC4-DDB767701C36}" type="presOf" srcId="{4CAD8077-9DBC-4284-8057-3B201C5BA55B}" destId="{900A568A-4703-43F5-841C-F23F1695F6EC}" srcOrd="0" destOrd="0" presId="urn:microsoft.com/office/officeart/2005/8/layout/bProcess3"/>
    <dgm:cxn modelId="{E4C64BA3-72FE-4B2C-9495-C48694EE8858}" type="presOf" srcId="{ADDB5607-5208-4850-A66F-62A09D5F9EAE}" destId="{84F235BE-42E1-4F32-9A62-E15CB6DF1B6B}" srcOrd="0" destOrd="0" presId="urn:microsoft.com/office/officeart/2005/8/layout/bProcess3"/>
    <dgm:cxn modelId="{F6D905D7-9661-47E9-A24D-1AE7399D7C5C}" type="presOf" srcId="{D1599B20-23C5-4F80-B819-6939FE192EF3}" destId="{4E9B74EF-7A5F-41F0-83DD-B7A6C6A68CC7}" srcOrd="0" destOrd="0" presId="urn:microsoft.com/office/officeart/2005/8/layout/bProcess3"/>
    <dgm:cxn modelId="{A4C16BFF-1C72-4300-ACCD-47CCB952B6D9}" srcId="{50C314E4-9C6D-4C8E-8762-64F169F3F937}" destId="{E2D2957E-5B8F-4110-A981-772A28256914}" srcOrd="1" destOrd="0" parTransId="{F61B090D-58F1-4897-922F-16FF1C2DD98E}" sibTransId="{AE31CD7B-0784-451B-B002-368EE42937A3}"/>
    <dgm:cxn modelId="{07538BF2-E013-4563-8A76-35BD6A102069}" type="presOf" srcId="{DC560DB6-1911-4080-8F3D-94CA943B557C}" destId="{971A59DE-B411-4B3C-BBE7-5A17F4A92017}" srcOrd="0" destOrd="0" presId="urn:microsoft.com/office/officeart/2005/8/layout/bProcess3"/>
    <dgm:cxn modelId="{9FC4B118-9126-49B5-A998-EF22FE3732B1}" type="presOf" srcId="{21D40F32-6F3C-408B-94B5-C874AB3C265D}" destId="{66C0E43C-9775-45F6-A131-E4B4217BB0CE}" srcOrd="0" destOrd="0" presId="urn:microsoft.com/office/officeart/2005/8/layout/bProcess3"/>
    <dgm:cxn modelId="{C0F36074-83C4-4F8C-A5DF-D0B3FB3D67B0}" type="presOf" srcId="{C3B0FCAD-B26F-4888-BCD8-90C75E86DDED}" destId="{6E6F1551-F8EE-4A0A-8525-88CAFFA92D7D}" srcOrd="1" destOrd="0" presId="urn:microsoft.com/office/officeart/2005/8/layout/bProcess3"/>
    <dgm:cxn modelId="{9202CC5A-04BB-4652-94B0-E2AEA0E3261A}" type="presOf" srcId="{AE31CD7B-0784-451B-B002-368EE42937A3}" destId="{AE0A4F0A-EA3A-4000-96EE-CF6911DF6080}" srcOrd="1" destOrd="0" presId="urn:microsoft.com/office/officeart/2005/8/layout/bProcess3"/>
    <dgm:cxn modelId="{1C3C627E-6479-44E5-82E9-91929E4E9802}" type="presOf" srcId="{7F0FBCA1-C0E9-40B8-A171-CA9E93F6FC61}" destId="{4E108CD1-F5E5-41AF-86F5-84BA948B2203}" srcOrd="1" destOrd="0" presId="urn:microsoft.com/office/officeart/2005/8/layout/bProcess3"/>
    <dgm:cxn modelId="{0FEB953F-4E87-4F62-A026-5B93B22DF699}" type="presOf" srcId="{108A1946-DF62-4C50-941A-332A475DF911}" destId="{723AFC49-A4C6-4AE3-9A09-D5EE7622AC4B}" srcOrd="1" destOrd="0" presId="urn:microsoft.com/office/officeart/2005/8/layout/bProcess3"/>
    <dgm:cxn modelId="{AF500BC1-A87C-40ED-9910-C56FB4096226}" type="presOf" srcId="{E2D2957E-5B8F-4110-A981-772A28256914}" destId="{7FF9C174-A44B-40BF-98CB-0817D8945335}" srcOrd="0" destOrd="0" presId="urn:microsoft.com/office/officeart/2005/8/layout/bProcess3"/>
    <dgm:cxn modelId="{BBC54594-1BE1-42DB-82C6-0DB8CDB4E60A}" srcId="{50C314E4-9C6D-4C8E-8762-64F169F3F937}" destId="{C9A4884A-9CFF-4E80-897C-EA951BCFA293}" srcOrd="0" destOrd="0" parTransId="{C918C275-1DCB-447B-9DCE-FD57BD30B801}" sibTransId="{EDD25D10-71CD-4D21-9309-25D70A6EEECF}"/>
    <dgm:cxn modelId="{8F15591C-B6AF-4439-A86C-3FC9D052401A}" srcId="{50C314E4-9C6D-4C8E-8762-64F169F3F937}" destId="{AC7D8298-30E9-448D-9248-C12B408E2E14}" srcOrd="14" destOrd="0" parTransId="{1B4D909B-EF06-4904-82EB-368AA007E7ED}" sibTransId="{533198D9-075F-44E0-A7CA-CF5F38CC027B}"/>
    <dgm:cxn modelId="{C69AB491-C1FB-401C-BAF4-A47EAE40E04D}" type="presOf" srcId="{5524A69E-15AA-4982-8854-D9ABBE82A6D2}" destId="{760F1834-FBD9-4692-BA8F-60A60357EE78}" srcOrd="1" destOrd="0" presId="urn:microsoft.com/office/officeart/2005/8/layout/bProcess3"/>
    <dgm:cxn modelId="{403289C3-264F-44D1-A4DA-EAD614E05CE4}" type="presOf" srcId="{533198D9-075F-44E0-A7CA-CF5F38CC027B}" destId="{4550A667-37D6-49AA-BECB-9008444265EF}" srcOrd="1" destOrd="0" presId="urn:microsoft.com/office/officeart/2005/8/layout/bProcess3"/>
    <dgm:cxn modelId="{D75E78F6-B7DE-4CDF-BFA1-B4E753CF0B32}" type="presOf" srcId="{B93C54C4-3034-419A-B066-6D6706543B46}" destId="{5D04CB7B-C1E4-483E-B6AB-5312FAF2BF6C}" srcOrd="1" destOrd="0" presId="urn:microsoft.com/office/officeart/2005/8/layout/bProcess3"/>
    <dgm:cxn modelId="{309E32C4-448E-4063-B555-47BD5ECEE156}" type="presOf" srcId="{798B3E5A-474A-4AD5-9FA7-2FFE17FABAF5}" destId="{0EA7FC06-F558-4726-B4E4-740F6D37AEC6}" srcOrd="0" destOrd="0" presId="urn:microsoft.com/office/officeart/2005/8/layout/bProcess3"/>
    <dgm:cxn modelId="{CFBD2ED1-59A5-4A1D-8057-F187EEDC3D9E}" type="presOf" srcId="{68B814B4-E7FD-4EA4-9FBD-15861241AC9A}" destId="{68C0D9B1-0DA4-487F-931E-D9C1FC4CA1E7}" srcOrd="0" destOrd="0" presId="urn:microsoft.com/office/officeart/2005/8/layout/bProcess3"/>
    <dgm:cxn modelId="{75830E55-2D2C-4755-8014-02258019C179}" srcId="{50C314E4-9C6D-4C8E-8762-64F169F3F937}" destId="{44DEF388-C23B-4711-A1DF-8A3561BCCC35}" srcOrd="12" destOrd="0" parTransId="{F2D0B167-CA9A-4FFF-B4EF-B91B84E9243C}" sibTransId="{1DE3A1B8-16D0-4E91-A446-49ED69B62E7F}"/>
    <dgm:cxn modelId="{0F34A025-AE18-4D96-970B-132084EF63E6}" type="presOf" srcId="{AE31CD7B-0784-451B-B002-368EE42937A3}" destId="{6354ED64-0F73-4876-802D-E98844F96F80}" srcOrd="0" destOrd="0" presId="urn:microsoft.com/office/officeart/2005/8/layout/bProcess3"/>
    <dgm:cxn modelId="{A278ECD8-DC7D-4C1B-9ADC-5C02E46C29F4}" type="presOf" srcId="{1DE3A1B8-16D0-4E91-A446-49ED69B62E7F}" destId="{9FECAA32-3975-4529-A431-1EF928D4A1F8}" srcOrd="0" destOrd="0" presId="urn:microsoft.com/office/officeart/2005/8/layout/bProcess3"/>
    <dgm:cxn modelId="{0DC55B00-55D4-49D1-BC4A-B83F09F4B0F0}" type="presOf" srcId="{2503EC76-C834-497A-9FC6-24E93A3AB762}" destId="{4DC1A9D7-8F48-42C7-8251-C4725A1554E4}" srcOrd="1" destOrd="0" presId="urn:microsoft.com/office/officeart/2005/8/layout/bProcess3"/>
    <dgm:cxn modelId="{FCB3F292-1080-4733-8083-B1F709A2FB39}" type="presOf" srcId="{4CAD8077-9DBC-4284-8057-3B201C5BA55B}" destId="{6CF21711-2768-4C88-85AE-D0191B7E7B8E}" srcOrd="1" destOrd="0" presId="urn:microsoft.com/office/officeart/2005/8/layout/bProcess3"/>
    <dgm:cxn modelId="{C482A8B0-DAA0-4BEA-AEF4-AC6EFE8C7661}" srcId="{50C314E4-9C6D-4C8E-8762-64F169F3F937}" destId="{D1599B20-23C5-4F80-B819-6939FE192EF3}" srcOrd="6" destOrd="0" parTransId="{30507B1C-C297-4C3B-B180-37BD3213A664}" sibTransId="{20E982D3-13CB-4966-8921-C02F39A65BFB}"/>
    <dgm:cxn modelId="{48AFB250-78DF-48D4-982F-366F0B7F5312}" type="presOf" srcId="{C3B0FCAD-B26F-4888-BCD8-90C75E86DDED}" destId="{917B10D3-7ACE-457B-A13A-DD2D52DDA242}" srcOrd="0" destOrd="0" presId="urn:microsoft.com/office/officeart/2005/8/layout/bProcess3"/>
    <dgm:cxn modelId="{CC0C36B2-A3B8-43AE-9E73-349C710650CB}" type="presOf" srcId="{B0B49199-B7DA-48EA-A7A2-F66D49E0BCD3}" destId="{25EC0690-599E-49AC-B287-8D1A2A6B337E}" srcOrd="0" destOrd="0" presId="urn:microsoft.com/office/officeart/2005/8/layout/bProcess3"/>
    <dgm:cxn modelId="{510372BE-5977-4564-B9DB-CD0D443EB9AC}" type="presOf" srcId="{44DEF388-C23B-4711-A1DF-8A3561BCCC35}" destId="{4E3DF917-13AF-4BA3-A4E3-B7E12EFF3B83}" srcOrd="0" destOrd="0" presId="urn:microsoft.com/office/officeart/2005/8/layout/bProcess3"/>
    <dgm:cxn modelId="{D5A27296-850A-4032-8C5B-2C884B1D7CF4}" type="presOf" srcId="{B93C54C4-3034-419A-B066-6D6706543B46}" destId="{B38D5E70-ED23-4C2E-BDE7-38757468FCCD}" srcOrd="0" destOrd="0" presId="urn:microsoft.com/office/officeart/2005/8/layout/bProcess3"/>
    <dgm:cxn modelId="{78BC7595-2CB2-41A2-8889-8CB2F811C810}" type="presOf" srcId="{0689D8BE-64A7-455C-8C22-4720706F868E}" destId="{26555727-F8F6-4C80-B7C4-765F59F11512}" srcOrd="0" destOrd="0" presId="urn:microsoft.com/office/officeart/2005/8/layout/bProcess3"/>
    <dgm:cxn modelId="{744DD23C-03AA-4919-AE9C-BC0B1B523909}" type="presOf" srcId="{ED0A14B0-7AD3-4090-BBC4-2BC884DE8864}" destId="{E624E633-52B9-4EAE-A4A9-32B5D5DD07E7}" srcOrd="0" destOrd="0" presId="urn:microsoft.com/office/officeart/2005/8/layout/bProcess3"/>
    <dgm:cxn modelId="{EA20E790-5396-40F9-8EDF-C0462FDAA567}" srcId="{50C314E4-9C6D-4C8E-8762-64F169F3F937}" destId="{ADDB5607-5208-4850-A66F-62A09D5F9EAE}" srcOrd="7" destOrd="0" parTransId="{05418D87-8364-40A0-9875-A0781B7B7A14}" sibTransId="{2503EC76-C834-497A-9FC6-24E93A3AB762}"/>
    <dgm:cxn modelId="{B21E997A-4457-4AD1-BF14-A4B353A078CB}" type="presOf" srcId="{0C6A8E10-B4BF-41F0-B1A8-9F468C05D86D}" destId="{9AC85EE4-6D92-4317-B6EC-338E509257A7}" srcOrd="0" destOrd="0" presId="urn:microsoft.com/office/officeart/2005/8/layout/bProcess3"/>
    <dgm:cxn modelId="{CC6FF52A-77A0-4490-B54A-85CABEEF94B8}" srcId="{50C314E4-9C6D-4C8E-8762-64F169F3F937}" destId="{21D40F32-6F3C-408B-94B5-C874AB3C265D}" srcOrd="4" destOrd="0" parTransId="{5959D257-BCE9-4CC3-AE86-DF0C9FDF5DB2}" sibTransId="{7F0FBCA1-C0E9-40B8-A171-CA9E93F6FC61}"/>
    <dgm:cxn modelId="{DA0C9BFF-EC4F-417F-BB27-9C06D43FAFEB}" srcId="{50C314E4-9C6D-4C8E-8762-64F169F3F937}" destId="{255D4507-7B8F-4BD9-B806-645A17B46FFE}" srcOrd="8" destOrd="0" parTransId="{FC957E50-E312-4A59-87F6-C1F6B6677BAB}" sibTransId="{4CF486F5-540C-42D1-BDFD-191E3ACE5879}"/>
    <dgm:cxn modelId="{4E6A9501-DBCB-43BC-9569-E1CFA7B681CD}" srcId="{50C314E4-9C6D-4C8E-8762-64F169F3F937}" destId="{ED0A14B0-7AD3-4090-BBC4-2BC884DE8864}" srcOrd="2" destOrd="0" parTransId="{71F760DD-AF57-4EE0-A25F-23A71CEDACA9}" sibTransId="{5524A69E-15AA-4982-8854-D9ABBE82A6D2}"/>
    <dgm:cxn modelId="{137AA302-B7AF-4D30-A3F0-E41A69AC733E}" type="presOf" srcId="{20E982D3-13CB-4966-8921-C02F39A65BFB}" destId="{29EBF01B-4A59-4AE1-890A-41CDB8988300}" srcOrd="1" destOrd="0" presId="urn:microsoft.com/office/officeart/2005/8/layout/bProcess3"/>
    <dgm:cxn modelId="{B7FE7F8C-F807-4D0A-986B-2AE70E0509CB}" type="presOf" srcId="{CDD8089B-9B68-42B2-8A26-671A2BA930D5}" destId="{A9A6ED20-EECE-4257-B4F1-766DE7D19BDB}" srcOrd="0" destOrd="0" presId="urn:microsoft.com/office/officeart/2005/8/layout/bProcess3"/>
    <dgm:cxn modelId="{2593434F-06A0-4B52-B78C-6FA1361F4C36}" srcId="{50C314E4-9C6D-4C8E-8762-64F169F3F937}" destId="{0689D8BE-64A7-455C-8C22-4720706F868E}" srcOrd="9" destOrd="0" parTransId="{DB7DAB31-41FC-45B4-A3B7-B571E7079A6E}" sibTransId="{4CAD8077-9DBC-4284-8057-3B201C5BA55B}"/>
    <dgm:cxn modelId="{78FFE6B9-F59A-4D23-847A-24F46FFA3EF2}" type="presOf" srcId="{AC7D8298-30E9-448D-9248-C12B408E2E14}" destId="{157767C9-A773-47C6-B26E-055006F3A05C}" srcOrd="0" destOrd="0" presId="urn:microsoft.com/office/officeart/2005/8/layout/bProcess3"/>
    <dgm:cxn modelId="{71687635-4E8C-480B-8509-8A6396DED4FA}" srcId="{50C314E4-9C6D-4C8E-8762-64F169F3F937}" destId="{DC560DB6-1911-4080-8F3D-94CA943B557C}" srcOrd="10" destOrd="0" parTransId="{301B6F00-8D18-4B5B-A442-1B2AF318F086}" sibTransId="{0C6A8E10-B4BF-41F0-B1A8-9F468C05D86D}"/>
    <dgm:cxn modelId="{CC873DCD-3D09-4CDF-AC72-6052B80BDB22}" type="presOf" srcId="{5524A69E-15AA-4982-8854-D9ABBE82A6D2}" destId="{B9EDBAD6-88A6-41CD-A7C5-E511CF9C0E42}" srcOrd="0" destOrd="0" presId="urn:microsoft.com/office/officeart/2005/8/layout/bProcess3"/>
    <dgm:cxn modelId="{168014F8-EF04-4195-B4F8-D25D5C8C177D}" type="presOf" srcId="{1DE3A1B8-16D0-4E91-A446-49ED69B62E7F}" destId="{9ACC0A1C-01BC-4265-9667-15A3762F4B7E}" srcOrd="1" destOrd="0" presId="urn:microsoft.com/office/officeart/2005/8/layout/bProcess3"/>
    <dgm:cxn modelId="{6EDFC15B-D9F9-48CE-9610-1EEE185E0868}" type="presOf" srcId="{108A1946-DF62-4C50-941A-332A475DF911}" destId="{09CCF426-282B-44D4-BE6D-7D3E300923D0}" srcOrd="0" destOrd="0" presId="urn:microsoft.com/office/officeart/2005/8/layout/bProcess3"/>
    <dgm:cxn modelId="{46DA2A64-B0F9-4F64-BE54-3DA5872329FB}" type="presOf" srcId="{2503EC76-C834-497A-9FC6-24E93A3AB762}" destId="{A2014CA5-3B34-4400-ACF0-6AB2B7ECBFEE}" srcOrd="0" destOrd="0" presId="urn:microsoft.com/office/officeart/2005/8/layout/bProcess3"/>
    <dgm:cxn modelId="{751FB4C5-6E13-4485-A851-FCA3B5DAFC92}" srcId="{50C314E4-9C6D-4C8E-8762-64F169F3F937}" destId="{B0B49199-B7DA-48EA-A7A2-F66D49E0BCD3}" srcOrd="13" destOrd="0" parTransId="{B86358CC-0146-4266-A290-29E270B75A6E}" sibTransId="{108A1946-DF62-4C50-941A-332A475DF911}"/>
    <dgm:cxn modelId="{F4783465-DFD9-4BC8-8076-850E033B890D}" type="presOf" srcId="{C9A4884A-9CFF-4E80-897C-EA951BCFA293}" destId="{96B395F7-F187-4F07-934B-B5BC013FC3B8}" srcOrd="0" destOrd="0" presId="urn:microsoft.com/office/officeart/2005/8/layout/bProcess3"/>
    <dgm:cxn modelId="{FCDE8B5C-841E-4501-B577-540D4B0FC214}" type="presOf" srcId="{7BFB8197-52C6-4B01-8ADF-C0573C18E9CA}" destId="{4EA33006-1AB1-42CA-9AE3-2A58DB98B5B3}" srcOrd="0" destOrd="0" presId="urn:microsoft.com/office/officeart/2005/8/layout/bProcess3"/>
    <dgm:cxn modelId="{45402ED9-74A6-4C28-8E57-E1BC2132F1F5}" type="presOf" srcId="{EDD25D10-71CD-4D21-9309-25D70A6EEECF}" destId="{8D9CFC0D-6DBA-437D-B746-A9183CDE891A}" srcOrd="0" destOrd="0" presId="urn:microsoft.com/office/officeart/2005/8/layout/bProcess3"/>
    <dgm:cxn modelId="{59E9B77C-9D53-4997-9135-5770620D787D}" srcId="{50C314E4-9C6D-4C8E-8762-64F169F3F937}" destId="{7BFB8197-52C6-4B01-8ADF-C0573C18E9CA}" srcOrd="3" destOrd="0" parTransId="{E92162DD-04B7-41C0-A783-56DCB4E06EB0}" sibTransId="{C3B0FCAD-B26F-4888-BCD8-90C75E86DDED}"/>
    <dgm:cxn modelId="{EECA852F-E1E1-40CD-8F0B-61225D75A911}" srcId="{50C314E4-9C6D-4C8E-8762-64F169F3F937}" destId="{E2341079-C464-4CA3-846A-E92312ECAEFE}" srcOrd="5" destOrd="0" parTransId="{41F5FD35-1428-4353-B870-076DA6340092}" sibTransId="{B93C54C4-3034-419A-B066-6D6706543B46}"/>
    <dgm:cxn modelId="{B65EEFD1-F181-48DF-AFB7-69540C3264BB}" type="presOf" srcId="{798B3E5A-474A-4AD5-9FA7-2FFE17FABAF5}" destId="{AE0D23DC-3A5F-4313-9D2A-CFE86E7287C3}" srcOrd="1" destOrd="0" presId="urn:microsoft.com/office/officeart/2005/8/layout/bProcess3"/>
    <dgm:cxn modelId="{D3546F98-C361-4CE2-9B8E-F8D04CDA65A8}" type="presOf" srcId="{20E982D3-13CB-4966-8921-C02F39A65BFB}" destId="{77338716-3EEE-4A8A-AAEE-7C3C5EAC330F}" srcOrd="0" destOrd="0" presId="urn:microsoft.com/office/officeart/2005/8/layout/bProcess3"/>
    <dgm:cxn modelId="{9F10AF52-C612-4E9A-A05B-2CB4B85FE443}" type="presOf" srcId="{4CF486F5-540C-42D1-BDFD-191E3ACE5879}" destId="{5679E437-1712-430D-85F7-55858456E471}" srcOrd="1" destOrd="0" presId="urn:microsoft.com/office/officeart/2005/8/layout/bProcess3"/>
    <dgm:cxn modelId="{8000B208-29A2-4852-9E89-E497310FBC10}" type="presOf" srcId="{50C314E4-9C6D-4C8E-8762-64F169F3F937}" destId="{1C40FB60-FF73-4F31-81FD-A2BEFD34D958}" srcOrd="0" destOrd="0" presId="urn:microsoft.com/office/officeart/2005/8/layout/bProcess3"/>
    <dgm:cxn modelId="{F402E4F2-70D9-49F3-A800-74A724AEED1B}" type="presOf" srcId="{EDD25D10-71CD-4D21-9309-25D70A6EEECF}" destId="{A04FE8EC-69E7-4E95-A00E-7BE9F49733AB}" srcOrd="1" destOrd="0" presId="urn:microsoft.com/office/officeart/2005/8/layout/bProcess3"/>
    <dgm:cxn modelId="{32867A52-557B-4863-AE41-12FD677E3FA6}" type="presOf" srcId="{7F0FBCA1-C0E9-40B8-A171-CA9E93F6FC61}" destId="{BD3EB14E-66F7-4E66-8E3A-0859162BFC95}" srcOrd="0" destOrd="0" presId="urn:microsoft.com/office/officeart/2005/8/layout/bProcess3"/>
    <dgm:cxn modelId="{BF505801-9E8C-41F4-9D36-AC09257F1310}" type="presOf" srcId="{533198D9-075F-44E0-A7CA-CF5F38CC027B}" destId="{F64B133A-9E39-46D2-B412-084A946463CE}" srcOrd="0" destOrd="0" presId="urn:microsoft.com/office/officeart/2005/8/layout/bProcess3"/>
    <dgm:cxn modelId="{ECB541AD-01FF-4653-9802-6B93DDE832C8}" srcId="{50C314E4-9C6D-4C8E-8762-64F169F3F937}" destId="{68B814B4-E7FD-4EA4-9FBD-15861241AC9A}" srcOrd="15" destOrd="0" parTransId="{B74CA645-B376-44F2-AAEE-EFE422712385}" sibTransId="{1BFDEA09-B19D-45CD-8531-DEB2D9640E44}"/>
    <dgm:cxn modelId="{36DDC8B9-AF45-4588-BD03-88C595A64F2E}" type="presOf" srcId="{4CF486F5-540C-42D1-BDFD-191E3ACE5879}" destId="{C64C606A-8B49-4D87-A43D-CA63A88136B3}" srcOrd="0" destOrd="0" presId="urn:microsoft.com/office/officeart/2005/8/layout/bProcess3"/>
    <dgm:cxn modelId="{BA28007E-90BC-40B9-B0AC-4F4491FD78B9}" type="presOf" srcId="{E2341079-C464-4CA3-846A-E92312ECAEFE}" destId="{851EDB6E-5416-45FA-96D1-4AF90B5E6593}" srcOrd="0" destOrd="0" presId="urn:microsoft.com/office/officeart/2005/8/layout/bProcess3"/>
    <dgm:cxn modelId="{0385F079-26A5-4BAB-9140-5E07441F8976}" type="presParOf" srcId="{1C40FB60-FF73-4F31-81FD-A2BEFD34D958}" destId="{96B395F7-F187-4F07-934B-B5BC013FC3B8}" srcOrd="0" destOrd="0" presId="urn:microsoft.com/office/officeart/2005/8/layout/bProcess3"/>
    <dgm:cxn modelId="{D6801ECC-F422-46A2-828B-1F1C529E2986}" type="presParOf" srcId="{1C40FB60-FF73-4F31-81FD-A2BEFD34D958}" destId="{8D9CFC0D-6DBA-437D-B746-A9183CDE891A}" srcOrd="1" destOrd="0" presId="urn:microsoft.com/office/officeart/2005/8/layout/bProcess3"/>
    <dgm:cxn modelId="{43EC182D-D1E3-4E37-A317-9D5B4B58374D}" type="presParOf" srcId="{8D9CFC0D-6DBA-437D-B746-A9183CDE891A}" destId="{A04FE8EC-69E7-4E95-A00E-7BE9F49733AB}" srcOrd="0" destOrd="0" presId="urn:microsoft.com/office/officeart/2005/8/layout/bProcess3"/>
    <dgm:cxn modelId="{9480CFED-2C3D-4F44-8A35-C93FD2D7876B}" type="presParOf" srcId="{1C40FB60-FF73-4F31-81FD-A2BEFD34D958}" destId="{7FF9C174-A44B-40BF-98CB-0817D8945335}" srcOrd="2" destOrd="0" presId="urn:microsoft.com/office/officeart/2005/8/layout/bProcess3"/>
    <dgm:cxn modelId="{8734B38F-88AE-4318-8F3F-0D88E92102A3}" type="presParOf" srcId="{1C40FB60-FF73-4F31-81FD-A2BEFD34D958}" destId="{6354ED64-0F73-4876-802D-E98844F96F80}" srcOrd="3" destOrd="0" presId="urn:microsoft.com/office/officeart/2005/8/layout/bProcess3"/>
    <dgm:cxn modelId="{23F80497-8967-4863-BAFF-8395301EF98B}" type="presParOf" srcId="{6354ED64-0F73-4876-802D-E98844F96F80}" destId="{AE0A4F0A-EA3A-4000-96EE-CF6911DF6080}" srcOrd="0" destOrd="0" presId="urn:microsoft.com/office/officeart/2005/8/layout/bProcess3"/>
    <dgm:cxn modelId="{0AF844B9-F32C-401E-BE57-5594C9494CA9}" type="presParOf" srcId="{1C40FB60-FF73-4F31-81FD-A2BEFD34D958}" destId="{E624E633-52B9-4EAE-A4A9-32B5D5DD07E7}" srcOrd="4" destOrd="0" presId="urn:microsoft.com/office/officeart/2005/8/layout/bProcess3"/>
    <dgm:cxn modelId="{85D30DC7-746D-4907-A7FE-23514DDF81F1}" type="presParOf" srcId="{1C40FB60-FF73-4F31-81FD-A2BEFD34D958}" destId="{B9EDBAD6-88A6-41CD-A7C5-E511CF9C0E42}" srcOrd="5" destOrd="0" presId="urn:microsoft.com/office/officeart/2005/8/layout/bProcess3"/>
    <dgm:cxn modelId="{2B59917E-62F5-4CCB-BA24-5230E65EE6B1}" type="presParOf" srcId="{B9EDBAD6-88A6-41CD-A7C5-E511CF9C0E42}" destId="{760F1834-FBD9-4692-BA8F-60A60357EE78}" srcOrd="0" destOrd="0" presId="urn:microsoft.com/office/officeart/2005/8/layout/bProcess3"/>
    <dgm:cxn modelId="{3F88723B-17D9-48FA-9E02-537E41C36AA9}" type="presParOf" srcId="{1C40FB60-FF73-4F31-81FD-A2BEFD34D958}" destId="{4EA33006-1AB1-42CA-9AE3-2A58DB98B5B3}" srcOrd="6" destOrd="0" presId="urn:microsoft.com/office/officeart/2005/8/layout/bProcess3"/>
    <dgm:cxn modelId="{E966C1F1-51AA-499B-B2CA-710963B6826A}" type="presParOf" srcId="{1C40FB60-FF73-4F31-81FD-A2BEFD34D958}" destId="{917B10D3-7ACE-457B-A13A-DD2D52DDA242}" srcOrd="7" destOrd="0" presId="urn:microsoft.com/office/officeart/2005/8/layout/bProcess3"/>
    <dgm:cxn modelId="{A45F2123-DE7B-4013-BD81-CE930DC28DA6}" type="presParOf" srcId="{917B10D3-7ACE-457B-A13A-DD2D52DDA242}" destId="{6E6F1551-F8EE-4A0A-8525-88CAFFA92D7D}" srcOrd="0" destOrd="0" presId="urn:microsoft.com/office/officeart/2005/8/layout/bProcess3"/>
    <dgm:cxn modelId="{A7C30953-C651-4241-BD8D-16E5CF88A5F4}" type="presParOf" srcId="{1C40FB60-FF73-4F31-81FD-A2BEFD34D958}" destId="{66C0E43C-9775-45F6-A131-E4B4217BB0CE}" srcOrd="8" destOrd="0" presId="urn:microsoft.com/office/officeart/2005/8/layout/bProcess3"/>
    <dgm:cxn modelId="{4D5C479E-FF30-4DEC-9D81-4DA817B14E6A}" type="presParOf" srcId="{1C40FB60-FF73-4F31-81FD-A2BEFD34D958}" destId="{BD3EB14E-66F7-4E66-8E3A-0859162BFC95}" srcOrd="9" destOrd="0" presId="urn:microsoft.com/office/officeart/2005/8/layout/bProcess3"/>
    <dgm:cxn modelId="{599EE115-BD3D-4D94-8DE9-DFA427A66A5D}" type="presParOf" srcId="{BD3EB14E-66F7-4E66-8E3A-0859162BFC95}" destId="{4E108CD1-F5E5-41AF-86F5-84BA948B2203}" srcOrd="0" destOrd="0" presId="urn:microsoft.com/office/officeart/2005/8/layout/bProcess3"/>
    <dgm:cxn modelId="{7376BA93-E19E-4C70-B221-AC29729F6AE3}" type="presParOf" srcId="{1C40FB60-FF73-4F31-81FD-A2BEFD34D958}" destId="{851EDB6E-5416-45FA-96D1-4AF90B5E6593}" srcOrd="10" destOrd="0" presId="urn:microsoft.com/office/officeart/2005/8/layout/bProcess3"/>
    <dgm:cxn modelId="{48F90E72-1A66-4230-B4D1-74E2730774FB}" type="presParOf" srcId="{1C40FB60-FF73-4F31-81FD-A2BEFD34D958}" destId="{B38D5E70-ED23-4C2E-BDE7-38757468FCCD}" srcOrd="11" destOrd="0" presId="urn:microsoft.com/office/officeart/2005/8/layout/bProcess3"/>
    <dgm:cxn modelId="{200C47BD-3BA8-4B2E-89B8-B7996C95F5A8}" type="presParOf" srcId="{B38D5E70-ED23-4C2E-BDE7-38757468FCCD}" destId="{5D04CB7B-C1E4-483E-B6AB-5312FAF2BF6C}" srcOrd="0" destOrd="0" presId="urn:microsoft.com/office/officeart/2005/8/layout/bProcess3"/>
    <dgm:cxn modelId="{4DD6A6F2-BCCC-4016-93AE-CADC8015D4A2}" type="presParOf" srcId="{1C40FB60-FF73-4F31-81FD-A2BEFD34D958}" destId="{4E9B74EF-7A5F-41F0-83DD-B7A6C6A68CC7}" srcOrd="12" destOrd="0" presId="urn:microsoft.com/office/officeart/2005/8/layout/bProcess3"/>
    <dgm:cxn modelId="{63821BD1-F1F2-42B5-8A4E-CAA5E5C526A5}" type="presParOf" srcId="{1C40FB60-FF73-4F31-81FD-A2BEFD34D958}" destId="{77338716-3EEE-4A8A-AAEE-7C3C5EAC330F}" srcOrd="13" destOrd="0" presId="urn:microsoft.com/office/officeart/2005/8/layout/bProcess3"/>
    <dgm:cxn modelId="{D586CFC8-0C45-44AB-B91D-167984E84876}" type="presParOf" srcId="{77338716-3EEE-4A8A-AAEE-7C3C5EAC330F}" destId="{29EBF01B-4A59-4AE1-890A-41CDB8988300}" srcOrd="0" destOrd="0" presId="urn:microsoft.com/office/officeart/2005/8/layout/bProcess3"/>
    <dgm:cxn modelId="{B44A57F8-948A-4489-926C-662EA4B61B8D}" type="presParOf" srcId="{1C40FB60-FF73-4F31-81FD-A2BEFD34D958}" destId="{84F235BE-42E1-4F32-9A62-E15CB6DF1B6B}" srcOrd="14" destOrd="0" presId="urn:microsoft.com/office/officeart/2005/8/layout/bProcess3"/>
    <dgm:cxn modelId="{B87AA04F-E216-47E0-844B-58E324911F3A}" type="presParOf" srcId="{1C40FB60-FF73-4F31-81FD-A2BEFD34D958}" destId="{A2014CA5-3B34-4400-ACF0-6AB2B7ECBFEE}" srcOrd="15" destOrd="0" presId="urn:microsoft.com/office/officeart/2005/8/layout/bProcess3"/>
    <dgm:cxn modelId="{64EC6FF3-AF64-4337-BC4B-392AB21D7097}" type="presParOf" srcId="{A2014CA5-3B34-4400-ACF0-6AB2B7ECBFEE}" destId="{4DC1A9D7-8F48-42C7-8251-C4725A1554E4}" srcOrd="0" destOrd="0" presId="urn:microsoft.com/office/officeart/2005/8/layout/bProcess3"/>
    <dgm:cxn modelId="{13E03D80-154D-4D75-B084-15FDC446CE70}" type="presParOf" srcId="{1C40FB60-FF73-4F31-81FD-A2BEFD34D958}" destId="{777A0E77-16B4-4E28-83D9-23DEFFDA5345}" srcOrd="16" destOrd="0" presId="urn:microsoft.com/office/officeart/2005/8/layout/bProcess3"/>
    <dgm:cxn modelId="{81519073-26FD-447C-BEA5-72B9F64A7F1B}" type="presParOf" srcId="{1C40FB60-FF73-4F31-81FD-A2BEFD34D958}" destId="{C64C606A-8B49-4D87-A43D-CA63A88136B3}" srcOrd="17" destOrd="0" presId="urn:microsoft.com/office/officeart/2005/8/layout/bProcess3"/>
    <dgm:cxn modelId="{282C9AEA-6E4F-4970-8756-DA8C879E74B0}" type="presParOf" srcId="{C64C606A-8B49-4D87-A43D-CA63A88136B3}" destId="{5679E437-1712-430D-85F7-55858456E471}" srcOrd="0" destOrd="0" presId="urn:microsoft.com/office/officeart/2005/8/layout/bProcess3"/>
    <dgm:cxn modelId="{840C04C5-0589-4C44-A581-494AA8FF1395}" type="presParOf" srcId="{1C40FB60-FF73-4F31-81FD-A2BEFD34D958}" destId="{26555727-F8F6-4C80-B7C4-765F59F11512}" srcOrd="18" destOrd="0" presId="urn:microsoft.com/office/officeart/2005/8/layout/bProcess3"/>
    <dgm:cxn modelId="{74219AE6-CACD-4BDE-B1D2-AB54CC1CED1E}" type="presParOf" srcId="{1C40FB60-FF73-4F31-81FD-A2BEFD34D958}" destId="{900A568A-4703-43F5-841C-F23F1695F6EC}" srcOrd="19" destOrd="0" presId="urn:microsoft.com/office/officeart/2005/8/layout/bProcess3"/>
    <dgm:cxn modelId="{0541128C-C867-4874-8025-43A0E2E61BBF}" type="presParOf" srcId="{900A568A-4703-43F5-841C-F23F1695F6EC}" destId="{6CF21711-2768-4C88-85AE-D0191B7E7B8E}" srcOrd="0" destOrd="0" presId="urn:microsoft.com/office/officeart/2005/8/layout/bProcess3"/>
    <dgm:cxn modelId="{36205EBF-5233-4159-9F56-6406C48E8448}" type="presParOf" srcId="{1C40FB60-FF73-4F31-81FD-A2BEFD34D958}" destId="{971A59DE-B411-4B3C-BBE7-5A17F4A92017}" srcOrd="20" destOrd="0" presId="urn:microsoft.com/office/officeart/2005/8/layout/bProcess3"/>
    <dgm:cxn modelId="{3552194D-C2E3-40C4-ADF8-413BC9F42B9F}" type="presParOf" srcId="{1C40FB60-FF73-4F31-81FD-A2BEFD34D958}" destId="{9AC85EE4-6D92-4317-B6EC-338E509257A7}" srcOrd="21" destOrd="0" presId="urn:microsoft.com/office/officeart/2005/8/layout/bProcess3"/>
    <dgm:cxn modelId="{7AB0A779-F5FE-4B78-B3E4-E36BA0EE566C}" type="presParOf" srcId="{9AC85EE4-6D92-4317-B6EC-338E509257A7}" destId="{E0234950-A1FF-4281-844C-31AAF5B8EB6C}" srcOrd="0" destOrd="0" presId="urn:microsoft.com/office/officeart/2005/8/layout/bProcess3"/>
    <dgm:cxn modelId="{3DF73E0B-0342-4C1E-B9C7-02991D1C3C9D}" type="presParOf" srcId="{1C40FB60-FF73-4F31-81FD-A2BEFD34D958}" destId="{A9A6ED20-EECE-4257-B4F1-766DE7D19BDB}" srcOrd="22" destOrd="0" presId="urn:microsoft.com/office/officeart/2005/8/layout/bProcess3"/>
    <dgm:cxn modelId="{DD621936-C895-4274-AABA-92C426BC527A}" type="presParOf" srcId="{1C40FB60-FF73-4F31-81FD-A2BEFD34D958}" destId="{0EA7FC06-F558-4726-B4E4-740F6D37AEC6}" srcOrd="23" destOrd="0" presId="urn:microsoft.com/office/officeart/2005/8/layout/bProcess3"/>
    <dgm:cxn modelId="{E9F5328A-DB6B-4529-B671-6FA1075A2ECC}" type="presParOf" srcId="{0EA7FC06-F558-4726-B4E4-740F6D37AEC6}" destId="{AE0D23DC-3A5F-4313-9D2A-CFE86E7287C3}" srcOrd="0" destOrd="0" presId="urn:microsoft.com/office/officeart/2005/8/layout/bProcess3"/>
    <dgm:cxn modelId="{E5E99638-D96C-4B2B-8715-86CEAC6248B4}" type="presParOf" srcId="{1C40FB60-FF73-4F31-81FD-A2BEFD34D958}" destId="{4E3DF917-13AF-4BA3-A4E3-B7E12EFF3B83}" srcOrd="24" destOrd="0" presId="urn:microsoft.com/office/officeart/2005/8/layout/bProcess3"/>
    <dgm:cxn modelId="{72C83FED-B076-4BC8-9B0C-018BA2FB3294}" type="presParOf" srcId="{1C40FB60-FF73-4F31-81FD-A2BEFD34D958}" destId="{9FECAA32-3975-4529-A431-1EF928D4A1F8}" srcOrd="25" destOrd="0" presId="urn:microsoft.com/office/officeart/2005/8/layout/bProcess3"/>
    <dgm:cxn modelId="{DA7B9C5A-E63F-4825-AF31-F97D077812E6}" type="presParOf" srcId="{9FECAA32-3975-4529-A431-1EF928D4A1F8}" destId="{9ACC0A1C-01BC-4265-9667-15A3762F4B7E}" srcOrd="0" destOrd="0" presId="urn:microsoft.com/office/officeart/2005/8/layout/bProcess3"/>
    <dgm:cxn modelId="{49658331-0832-4113-84A2-D910A6F304D3}" type="presParOf" srcId="{1C40FB60-FF73-4F31-81FD-A2BEFD34D958}" destId="{25EC0690-599E-49AC-B287-8D1A2A6B337E}" srcOrd="26" destOrd="0" presId="urn:microsoft.com/office/officeart/2005/8/layout/bProcess3"/>
    <dgm:cxn modelId="{F85A46EE-409D-4C15-A9CB-5F6D02856910}" type="presParOf" srcId="{1C40FB60-FF73-4F31-81FD-A2BEFD34D958}" destId="{09CCF426-282B-44D4-BE6D-7D3E300923D0}" srcOrd="27" destOrd="0" presId="urn:microsoft.com/office/officeart/2005/8/layout/bProcess3"/>
    <dgm:cxn modelId="{338F358E-FFFB-418F-B48C-DE351FAFDB93}" type="presParOf" srcId="{09CCF426-282B-44D4-BE6D-7D3E300923D0}" destId="{723AFC49-A4C6-4AE3-9A09-D5EE7622AC4B}" srcOrd="0" destOrd="0" presId="urn:microsoft.com/office/officeart/2005/8/layout/bProcess3"/>
    <dgm:cxn modelId="{43D8DD1F-D391-489B-A6D0-C85B3A7A6BB6}" type="presParOf" srcId="{1C40FB60-FF73-4F31-81FD-A2BEFD34D958}" destId="{157767C9-A773-47C6-B26E-055006F3A05C}" srcOrd="28" destOrd="0" presId="urn:microsoft.com/office/officeart/2005/8/layout/bProcess3"/>
    <dgm:cxn modelId="{3F639F3B-EECA-4B80-8360-1B81C6A305CB}" type="presParOf" srcId="{1C40FB60-FF73-4F31-81FD-A2BEFD34D958}" destId="{F64B133A-9E39-46D2-B412-084A946463CE}" srcOrd="29" destOrd="0" presId="urn:microsoft.com/office/officeart/2005/8/layout/bProcess3"/>
    <dgm:cxn modelId="{98EAF1E7-9766-4F00-8242-ADEF9FCD8DFB}" type="presParOf" srcId="{F64B133A-9E39-46D2-B412-084A946463CE}" destId="{4550A667-37D6-49AA-BECB-9008444265EF}" srcOrd="0" destOrd="0" presId="urn:microsoft.com/office/officeart/2005/8/layout/bProcess3"/>
    <dgm:cxn modelId="{F4E21DFA-7960-4B8A-8E0C-DC408CC17D2A}" type="presParOf" srcId="{1C40FB60-FF73-4F31-81FD-A2BEFD34D958}" destId="{68C0D9B1-0DA4-487F-931E-D9C1FC4CA1E7}" srcOrd="30" destOrd="0" presId="urn:microsoft.com/office/officeart/2005/8/layout/bProcess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CFD093C-2BDF-4BA0-A91A-A2DFDD61D140}">
      <dsp:nvSpPr>
        <dsp:cNvPr id="0" name=""/>
        <dsp:cNvSpPr/>
      </dsp:nvSpPr>
      <dsp:spPr>
        <a:xfrm>
          <a:off x="1512168" y="0"/>
          <a:ext cx="1512168" cy="1200133"/>
        </a:xfrm>
        <a:prstGeom prst="trapezoid">
          <a:avLst>
            <a:gd name="adj" fmla="val 63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ADMIN</a:t>
          </a:r>
          <a:endParaRPr lang="es-ES" sz="1800" kern="1200" dirty="0"/>
        </a:p>
      </dsp:txBody>
      <dsp:txXfrm>
        <a:off x="1512168" y="0"/>
        <a:ext cx="1512168" cy="1200133"/>
      </dsp:txXfrm>
    </dsp:sp>
    <dsp:sp modelId="{74072322-2F7D-49DD-8B38-5380F64091C6}">
      <dsp:nvSpPr>
        <dsp:cNvPr id="0" name=""/>
        <dsp:cNvSpPr/>
      </dsp:nvSpPr>
      <dsp:spPr>
        <a:xfrm>
          <a:off x="756084" y="1200133"/>
          <a:ext cx="3024336" cy="1200133"/>
        </a:xfrm>
        <a:prstGeom prst="trapezoid">
          <a:avLst>
            <a:gd name="adj" fmla="val 63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GESTORES</a:t>
          </a:r>
          <a:endParaRPr lang="es-ES" sz="1800" kern="1200" dirty="0"/>
        </a:p>
      </dsp:txBody>
      <dsp:txXfrm>
        <a:off x="1285342" y="1200133"/>
        <a:ext cx="1965818" cy="1200133"/>
      </dsp:txXfrm>
    </dsp:sp>
    <dsp:sp modelId="{4530CD9A-E43D-4E88-BDBC-BBEC35269A06}">
      <dsp:nvSpPr>
        <dsp:cNvPr id="0" name=""/>
        <dsp:cNvSpPr/>
      </dsp:nvSpPr>
      <dsp:spPr>
        <a:xfrm>
          <a:off x="0" y="2400266"/>
          <a:ext cx="4536504" cy="1200133"/>
        </a:xfrm>
        <a:prstGeom prst="trapezoid">
          <a:avLst>
            <a:gd name="adj" fmla="val 63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USUARIOS NO DADOS DE ALTA EN LA APLICACIÓN</a:t>
          </a:r>
          <a:endParaRPr lang="es-ES" sz="1800" kern="1200" dirty="0"/>
        </a:p>
      </dsp:txBody>
      <dsp:txXfrm>
        <a:off x="793888" y="2400266"/>
        <a:ext cx="2948727" cy="1200133"/>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D9CFC0D-6DBA-437D-B746-A9183CDE891A}">
      <dsp:nvSpPr>
        <dsp:cNvPr id="0" name=""/>
        <dsp:cNvSpPr/>
      </dsp:nvSpPr>
      <dsp:spPr>
        <a:xfrm>
          <a:off x="1875456" y="455641"/>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041905" y="499447"/>
        <a:ext cx="19131" cy="3826"/>
      </dsp:txXfrm>
    </dsp:sp>
    <dsp:sp modelId="{96B395F7-F187-4F07-934B-B5BC013FC3B8}">
      <dsp:nvSpPr>
        <dsp:cNvPr id="0" name=""/>
        <dsp:cNvSpPr/>
      </dsp:nvSpPr>
      <dsp:spPr>
        <a:xfrm>
          <a:off x="213656" y="2280"/>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a:t>Crear la NC</a:t>
          </a:r>
        </a:p>
        <a:p>
          <a:pPr lvl="0" algn="ctr" defTabSz="577850">
            <a:lnSpc>
              <a:spcPct val="90000"/>
            </a:lnSpc>
            <a:spcBef>
              <a:spcPct val="0"/>
            </a:spcBef>
            <a:spcAft>
              <a:spcPct val="35000"/>
            </a:spcAft>
          </a:pPr>
          <a:r>
            <a:rPr lang="es-ES" sz="1300" kern="1200" dirty="0">
              <a:solidFill>
                <a:srgbClr val="FF0000"/>
              </a:solidFill>
            </a:rPr>
            <a:t>(Creador en reunión preliminar)</a:t>
          </a:r>
        </a:p>
      </dsp:txBody>
      <dsp:txXfrm>
        <a:off x="213656" y="2280"/>
        <a:ext cx="1663600" cy="998160"/>
      </dsp:txXfrm>
    </dsp:sp>
    <dsp:sp modelId="{6354ED64-0F73-4876-802D-E98844F96F80}">
      <dsp:nvSpPr>
        <dsp:cNvPr id="0" name=""/>
        <dsp:cNvSpPr/>
      </dsp:nvSpPr>
      <dsp:spPr>
        <a:xfrm>
          <a:off x="3921685" y="455641"/>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88134" y="499447"/>
        <a:ext cx="19131" cy="3826"/>
      </dsp:txXfrm>
    </dsp:sp>
    <dsp:sp modelId="{7FF9C174-A44B-40BF-98CB-0817D8945335}">
      <dsp:nvSpPr>
        <dsp:cNvPr id="0" name=""/>
        <dsp:cNvSpPr/>
      </dsp:nvSpPr>
      <dsp:spPr>
        <a:xfrm>
          <a:off x="2259885" y="2280"/>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a:t>Notificar la NC </a:t>
          </a:r>
          <a:endParaRPr lang="es-ES" sz="1300" b="1" kern="1200" dirty="0" smtClean="0"/>
        </a:p>
        <a:p>
          <a:pPr lvl="0" algn="ctr" defTabSz="577850">
            <a:lnSpc>
              <a:spcPct val="90000"/>
            </a:lnSpc>
            <a:spcBef>
              <a:spcPct val="0"/>
            </a:spcBef>
            <a:spcAft>
              <a:spcPct val="35000"/>
            </a:spcAft>
          </a:pPr>
          <a:r>
            <a:rPr lang="es-ES" sz="1300" b="1" kern="1200" dirty="0" smtClean="0">
              <a:solidFill>
                <a:srgbClr val="FF0000"/>
              </a:solidFill>
            </a:rPr>
            <a:t> </a:t>
          </a:r>
          <a:r>
            <a:rPr lang="es-ES" sz="1300" kern="1200" dirty="0" smtClean="0">
              <a:solidFill>
                <a:srgbClr val="FF0000"/>
              </a:solidFill>
            </a:rPr>
            <a:t>(Al </a:t>
          </a:r>
          <a:r>
            <a:rPr lang="es-ES" sz="1300" kern="1200" dirty="0">
              <a:solidFill>
                <a:srgbClr val="FF0000"/>
              </a:solidFill>
            </a:rPr>
            <a:t>responsable y perseguidor en </a:t>
          </a:r>
          <a:r>
            <a:rPr lang="es-ES" sz="1300" kern="1200" dirty="0" smtClean="0">
              <a:solidFill>
                <a:srgbClr val="FF0000"/>
              </a:solidFill>
            </a:rPr>
            <a:t>copia)</a:t>
          </a:r>
          <a:endParaRPr lang="es-ES" sz="1300" kern="1200" dirty="0">
            <a:solidFill>
              <a:srgbClr val="FF0000"/>
            </a:solidFill>
          </a:endParaRPr>
        </a:p>
      </dsp:txBody>
      <dsp:txXfrm>
        <a:off x="2259885" y="2280"/>
        <a:ext cx="1663600" cy="998160"/>
      </dsp:txXfrm>
    </dsp:sp>
    <dsp:sp modelId="{B9EDBAD6-88A6-41CD-A7C5-E511CF9C0E42}">
      <dsp:nvSpPr>
        <dsp:cNvPr id="0" name=""/>
        <dsp:cNvSpPr/>
      </dsp:nvSpPr>
      <dsp:spPr>
        <a:xfrm>
          <a:off x="5967914" y="455641"/>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6134363" y="499447"/>
        <a:ext cx="19131" cy="3826"/>
      </dsp:txXfrm>
    </dsp:sp>
    <dsp:sp modelId="{E624E633-52B9-4EAE-A4A9-32B5D5DD07E7}">
      <dsp:nvSpPr>
        <dsp:cNvPr id="0" name=""/>
        <dsp:cNvSpPr/>
      </dsp:nvSpPr>
      <dsp:spPr>
        <a:xfrm>
          <a:off x="4306114" y="2280"/>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Cumplimentación </a:t>
          </a:r>
        </a:p>
        <a:p>
          <a:pPr lvl="0" algn="ctr" defTabSz="577850">
            <a:lnSpc>
              <a:spcPct val="90000"/>
            </a:lnSpc>
            <a:spcBef>
              <a:spcPct val="0"/>
            </a:spcBef>
            <a:spcAft>
              <a:spcPct val="35000"/>
            </a:spcAft>
          </a:pPr>
          <a:r>
            <a:rPr lang="es-ES" sz="1300" b="1" kern="1200" dirty="0" smtClean="0"/>
            <a:t>Etapa </a:t>
          </a:r>
          <a:r>
            <a:rPr lang="es-ES" sz="1300" b="1" kern="1200" dirty="0"/>
            <a:t>2-4</a:t>
          </a:r>
        </a:p>
        <a:p>
          <a:pPr lvl="0" algn="ctr" defTabSz="577850">
            <a:lnSpc>
              <a:spcPct val="90000"/>
            </a:lnSpc>
            <a:spcBef>
              <a:spcPct val="0"/>
            </a:spcBef>
            <a:spcAft>
              <a:spcPct val="35000"/>
            </a:spcAft>
          </a:pPr>
          <a:r>
            <a:rPr lang="es-ES" sz="1300" kern="1200" dirty="0" smtClean="0">
              <a:solidFill>
                <a:srgbClr val="FF0000"/>
              </a:solidFill>
            </a:rPr>
            <a:t>(Responsable)</a:t>
          </a:r>
          <a:endParaRPr lang="es-ES" sz="1300" kern="1200" dirty="0">
            <a:solidFill>
              <a:srgbClr val="FF0000"/>
            </a:solidFill>
          </a:endParaRPr>
        </a:p>
      </dsp:txBody>
      <dsp:txXfrm>
        <a:off x="4306114" y="2280"/>
        <a:ext cx="1663600" cy="998160"/>
      </dsp:txXfrm>
    </dsp:sp>
    <dsp:sp modelId="{917B10D3-7ACE-457B-A13A-DD2D52DDA242}">
      <dsp:nvSpPr>
        <dsp:cNvPr id="0" name=""/>
        <dsp:cNvSpPr/>
      </dsp:nvSpPr>
      <dsp:spPr>
        <a:xfrm>
          <a:off x="1045456" y="998641"/>
          <a:ext cx="6138686" cy="352028"/>
        </a:xfrm>
        <a:custGeom>
          <a:avLst/>
          <a:gdLst/>
          <a:ahLst/>
          <a:cxnLst/>
          <a:rect l="0" t="0" r="0" b="0"/>
          <a:pathLst>
            <a:path>
              <a:moveTo>
                <a:pt x="6138686" y="0"/>
              </a:moveTo>
              <a:lnTo>
                <a:pt x="6138686" y="193114"/>
              </a:lnTo>
              <a:lnTo>
                <a:pt x="0" y="193114"/>
              </a:lnTo>
              <a:lnTo>
                <a:pt x="0" y="352028"/>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3961034" y="1172742"/>
        <a:ext cx="307530" cy="3826"/>
      </dsp:txXfrm>
    </dsp:sp>
    <dsp:sp modelId="{4EA33006-1AB1-42CA-9AE3-2A58DB98B5B3}">
      <dsp:nvSpPr>
        <dsp:cNvPr id="0" name=""/>
        <dsp:cNvSpPr/>
      </dsp:nvSpPr>
      <dsp:spPr>
        <a:xfrm>
          <a:off x="6352343" y="2280"/>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a:t>Solicitud de aprobación</a:t>
          </a:r>
        </a:p>
        <a:p>
          <a:pPr lvl="0" algn="ctr" defTabSz="577850">
            <a:lnSpc>
              <a:spcPct val="90000"/>
            </a:lnSpc>
            <a:spcBef>
              <a:spcPct val="0"/>
            </a:spcBef>
            <a:spcAft>
              <a:spcPct val="35000"/>
            </a:spcAft>
          </a:pPr>
          <a:r>
            <a:rPr lang="es-ES" sz="1300" kern="1200" dirty="0">
              <a:solidFill>
                <a:srgbClr val="FF0000"/>
              </a:solidFill>
            </a:rPr>
            <a:t>(Del responsable al </a:t>
          </a:r>
          <a:r>
            <a:rPr lang="es-ES" sz="1300" kern="1200" dirty="0" smtClean="0">
              <a:solidFill>
                <a:srgbClr val="FF0000"/>
              </a:solidFill>
            </a:rPr>
            <a:t>perseguidor)</a:t>
          </a:r>
          <a:endParaRPr lang="es-ES" sz="1300" kern="1200" dirty="0">
            <a:solidFill>
              <a:srgbClr val="FF0000"/>
            </a:solidFill>
          </a:endParaRPr>
        </a:p>
      </dsp:txBody>
      <dsp:txXfrm>
        <a:off x="6352343" y="2280"/>
        <a:ext cx="1663600" cy="998160"/>
      </dsp:txXfrm>
    </dsp:sp>
    <dsp:sp modelId="{BD3EB14E-66F7-4E66-8E3A-0859162BFC95}">
      <dsp:nvSpPr>
        <dsp:cNvPr id="0" name=""/>
        <dsp:cNvSpPr/>
      </dsp:nvSpPr>
      <dsp:spPr>
        <a:xfrm>
          <a:off x="1875456" y="1836429"/>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041905" y="1880236"/>
        <a:ext cx="19131" cy="3826"/>
      </dsp:txXfrm>
    </dsp:sp>
    <dsp:sp modelId="{66C0E43C-9775-45F6-A131-E4B4217BB0CE}">
      <dsp:nvSpPr>
        <dsp:cNvPr id="0" name=""/>
        <dsp:cNvSpPr/>
      </dsp:nvSpPr>
      <dsp:spPr>
        <a:xfrm>
          <a:off x="213656" y="1383069"/>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Aprobación</a:t>
          </a:r>
          <a:endParaRPr lang="es-ES" sz="1300" b="1" kern="1200" dirty="0"/>
        </a:p>
        <a:p>
          <a:pPr lvl="0" algn="ctr" defTabSz="577850">
            <a:lnSpc>
              <a:spcPct val="90000"/>
            </a:lnSpc>
            <a:spcBef>
              <a:spcPct val="0"/>
            </a:spcBef>
            <a:spcAft>
              <a:spcPct val="35000"/>
            </a:spcAft>
          </a:pPr>
          <a:r>
            <a:rPr lang="es-ES" sz="1300" kern="1200" dirty="0" smtClean="0">
              <a:solidFill>
                <a:srgbClr val="FF0000"/>
              </a:solidFill>
            </a:rPr>
            <a:t>(Perseguidor Aprueba)</a:t>
          </a:r>
          <a:endParaRPr lang="es-ES" sz="1300" kern="1200" dirty="0">
            <a:solidFill>
              <a:srgbClr val="FF0000"/>
            </a:solidFill>
          </a:endParaRPr>
        </a:p>
      </dsp:txBody>
      <dsp:txXfrm>
        <a:off x="213656" y="1383069"/>
        <a:ext cx="1663600" cy="998160"/>
      </dsp:txXfrm>
    </dsp:sp>
    <dsp:sp modelId="{B38D5E70-ED23-4C2E-BDE7-38757468FCCD}">
      <dsp:nvSpPr>
        <dsp:cNvPr id="0" name=""/>
        <dsp:cNvSpPr/>
      </dsp:nvSpPr>
      <dsp:spPr>
        <a:xfrm>
          <a:off x="3921685" y="1836429"/>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88134" y="1880236"/>
        <a:ext cx="19131" cy="3826"/>
      </dsp:txXfrm>
    </dsp:sp>
    <dsp:sp modelId="{851EDB6E-5416-45FA-96D1-4AF90B5E6593}">
      <dsp:nvSpPr>
        <dsp:cNvPr id="0" name=""/>
        <dsp:cNvSpPr/>
      </dsp:nvSpPr>
      <dsp:spPr>
        <a:xfrm>
          <a:off x="2259885" y="1383069"/>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a:t>Notificación </a:t>
          </a:r>
          <a:r>
            <a:rPr lang="es-ES" sz="1300" b="1" kern="1200" dirty="0" smtClean="0"/>
            <a:t>Aprobación</a:t>
          </a:r>
          <a:endParaRPr lang="es-ES" sz="1300" b="1" kern="1200" dirty="0"/>
        </a:p>
        <a:p>
          <a:pPr lvl="0" algn="ctr" defTabSz="577850">
            <a:lnSpc>
              <a:spcPct val="90000"/>
            </a:lnSpc>
            <a:spcBef>
              <a:spcPct val="0"/>
            </a:spcBef>
            <a:spcAft>
              <a:spcPct val="35000"/>
            </a:spcAft>
          </a:pPr>
          <a:r>
            <a:rPr lang="es-ES" sz="1300" kern="1200" dirty="0" smtClean="0">
              <a:solidFill>
                <a:srgbClr val="FF0000"/>
              </a:solidFill>
            </a:rPr>
            <a:t>(Al responsable)</a:t>
          </a:r>
          <a:endParaRPr lang="es-ES" sz="1300" kern="1200" dirty="0"/>
        </a:p>
      </dsp:txBody>
      <dsp:txXfrm>
        <a:off x="2259885" y="1383069"/>
        <a:ext cx="1663600" cy="998160"/>
      </dsp:txXfrm>
    </dsp:sp>
    <dsp:sp modelId="{77338716-3EEE-4A8A-AAEE-7C3C5EAC330F}">
      <dsp:nvSpPr>
        <dsp:cNvPr id="0" name=""/>
        <dsp:cNvSpPr/>
      </dsp:nvSpPr>
      <dsp:spPr>
        <a:xfrm>
          <a:off x="5967914" y="1836429"/>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6134363" y="1880236"/>
        <a:ext cx="19131" cy="3826"/>
      </dsp:txXfrm>
    </dsp:sp>
    <dsp:sp modelId="{4E9B74EF-7A5F-41F0-83DD-B7A6C6A68CC7}">
      <dsp:nvSpPr>
        <dsp:cNvPr id="0" name=""/>
        <dsp:cNvSpPr/>
      </dsp:nvSpPr>
      <dsp:spPr>
        <a:xfrm>
          <a:off x="4306114" y="1383069"/>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err="1"/>
            <a:t>Cumplimentacion</a:t>
          </a:r>
          <a:r>
            <a:rPr lang="es-ES" sz="1300" b="1" kern="1200" dirty="0"/>
            <a:t> </a:t>
          </a:r>
          <a:endParaRPr lang="es-ES" sz="1300" b="1" kern="1200" dirty="0" smtClean="0"/>
        </a:p>
        <a:p>
          <a:pPr lvl="0" algn="ctr" defTabSz="577850">
            <a:lnSpc>
              <a:spcPct val="90000"/>
            </a:lnSpc>
            <a:spcBef>
              <a:spcPct val="0"/>
            </a:spcBef>
            <a:spcAft>
              <a:spcPct val="35000"/>
            </a:spcAft>
          </a:pPr>
          <a:r>
            <a:rPr lang="es-ES" sz="1300" b="1" kern="1200" dirty="0" smtClean="0"/>
            <a:t>Etapa </a:t>
          </a:r>
          <a:r>
            <a:rPr lang="es-ES" sz="1300" b="1" kern="1200" dirty="0"/>
            <a:t>5-6</a:t>
          </a:r>
        </a:p>
        <a:p>
          <a:pPr lvl="0" algn="ctr" defTabSz="577850">
            <a:lnSpc>
              <a:spcPct val="90000"/>
            </a:lnSpc>
            <a:spcBef>
              <a:spcPct val="0"/>
            </a:spcBef>
            <a:spcAft>
              <a:spcPct val="35000"/>
            </a:spcAft>
          </a:pPr>
          <a:r>
            <a:rPr lang="es-ES" sz="1300" kern="1200" dirty="0" smtClean="0">
              <a:solidFill>
                <a:srgbClr val="FF0000"/>
              </a:solidFill>
            </a:rPr>
            <a:t>(Responsable)</a:t>
          </a:r>
          <a:endParaRPr lang="es-ES" sz="1300" kern="1200" dirty="0">
            <a:solidFill>
              <a:srgbClr val="FF0000"/>
            </a:solidFill>
          </a:endParaRPr>
        </a:p>
      </dsp:txBody>
      <dsp:txXfrm>
        <a:off x="4306114" y="1383069"/>
        <a:ext cx="1663600" cy="998160"/>
      </dsp:txXfrm>
    </dsp:sp>
    <dsp:sp modelId="{A2014CA5-3B34-4400-ACF0-6AB2B7ECBFEE}">
      <dsp:nvSpPr>
        <dsp:cNvPr id="0" name=""/>
        <dsp:cNvSpPr/>
      </dsp:nvSpPr>
      <dsp:spPr>
        <a:xfrm>
          <a:off x="1045456" y="2379429"/>
          <a:ext cx="6138686" cy="352028"/>
        </a:xfrm>
        <a:custGeom>
          <a:avLst/>
          <a:gdLst/>
          <a:ahLst/>
          <a:cxnLst/>
          <a:rect l="0" t="0" r="0" b="0"/>
          <a:pathLst>
            <a:path>
              <a:moveTo>
                <a:pt x="6138686" y="0"/>
              </a:moveTo>
              <a:lnTo>
                <a:pt x="6138686" y="193114"/>
              </a:lnTo>
              <a:lnTo>
                <a:pt x="0" y="193114"/>
              </a:lnTo>
              <a:lnTo>
                <a:pt x="0" y="352028"/>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3961034" y="2553530"/>
        <a:ext cx="307530" cy="3826"/>
      </dsp:txXfrm>
    </dsp:sp>
    <dsp:sp modelId="{84F235BE-42E1-4F32-9A62-E15CB6DF1B6B}">
      <dsp:nvSpPr>
        <dsp:cNvPr id="0" name=""/>
        <dsp:cNvSpPr/>
      </dsp:nvSpPr>
      <dsp:spPr>
        <a:xfrm>
          <a:off x="6352343" y="1383069"/>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a:t>Solicitud de </a:t>
          </a:r>
          <a:r>
            <a:rPr lang="es-ES" sz="1300" b="1" kern="1200" dirty="0" smtClean="0"/>
            <a:t>Aprobación</a:t>
          </a:r>
          <a:endParaRPr lang="es-ES" sz="1300" b="1" kern="1200" dirty="0"/>
        </a:p>
        <a:p>
          <a:pPr lvl="0" algn="ctr" defTabSz="577850">
            <a:lnSpc>
              <a:spcPct val="90000"/>
            </a:lnSpc>
            <a:spcBef>
              <a:spcPct val="0"/>
            </a:spcBef>
            <a:spcAft>
              <a:spcPct val="35000"/>
            </a:spcAft>
          </a:pPr>
          <a:r>
            <a:rPr lang="es-ES" sz="1300" kern="1200" dirty="0">
              <a:solidFill>
                <a:srgbClr val="FF0000"/>
              </a:solidFill>
            </a:rPr>
            <a:t>(Del responsable al </a:t>
          </a:r>
          <a:r>
            <a:rPr lang="es-ES" sz="1300" kern="1200" dirty="0" smtClean="0">
              <a:solidFill>
                <a:srgbClr val="FF0000"/>
              </a:solidFill>
            </a:rPr>
            <a:t>perseguidor)</a:t>
          </a:r>
          <a:endParaRPr lang="es-ES" sz="1300" kern="1200" dirty="0">
            <a:solidFill>
              <a:srgbClr val="FF0000"/>
            </a:solidFill>
          </a:endParaRPr>
        </a:p>
      </dsp:txBody>
      <dsp:txXfrm>
        <a:off x="6352343" y="1383069"/>
        <a:ext cx="1663600" cy="998160"/>
      </dsp:txXfrm>
    </dsp:sp>
    <dsp:sp modelId="{C64C606A-8B49-4D87-A43D-CA63A88136B3}">
      <dsp:nvSpPr>
        <dsp:cNvPr id="0" name=""/>
        <dsp:cNvSpPr/>
      </dsp:nvSpPr>
      <dsp:spPr>
        <a:xfrm>
          <a:off x="1875456" y="3217218"/>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041905" y="3261025"/>
        <a:ext cx="19131" cy="3826"/>
      </dsp:txXfrm>
    </dsp:sp>
    <dsp:sp modelId="{777A0E77-16B4-4E28-83D9-23DEFFDA5345}">
      <dsp:nvSpPr>
        <dsp:cNvPr id="0" name=""/>
        <dsp:cNvSpPr/>
      </dsp:nvSpPr>
      <dsp:spPr>
        <a:xfrm>
          <a:off x="213656" y="2763858"/>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Aprobación</a:t>
          </a:r>
          <a:endParaRPr lang="es-ES" sz="1300" b="1" kern="1200" dirty="0"/>
        </a:p>
        <a:p>
          <a:pPr lvl="0" algn="ctr" defTabSz="577850">
            <a:lnSpc>
              <a:spcPct val="90000"/>
            </a:lnSpc>
            <a:spcBef>
              <a:spcPct val="0"/>
            </a:spcBef>
            <a:spcAft>
              <a:spcPct val="35000"/>
            </a:spcAft>
          </a:pPr>
          <a:r>
            <a:rPr lang="es-ES" sz="1300" kern="1200" dirty="0" smtClean="0">
              <a:solidFill>
                <a:srgbClr val="FF0000"/>
              </a:solidFill>
            </a:rPr>
            <a:t>(Perseguidor Aprueba)</a:t>
          </a:r>
          <a:endParaRPr lang="es-ES" sz="1300" kern="1200" dirty="0">
            <a:solidFill>
              <a:srgbClr val="FF0000"/>
            </a:solidFill>
          </a:endParaRPr>
        </a:p>
      </dsp:txBody>
      <dsp:txXfrm>
        <a:off x="213656" y="2763858"/>
        <a:ext cx="1663600" cy="998160"/>
      </dsp:txXfrm>
    </dsp:sp>
    <dsp:sp modelId="{900A568A-4703-43F5-841C-F23F1695F6EC}">
      <dsp:nvSpPr>
        <dsp:cNvPr id="0" name=""/>
        <dsp:cNvSpPr/>
      </dsp:nvSpPr>
      <dsp:spPr>
        <a:xfrm>
          <a:off x="3921685" y="3217218"/>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88134" y="3261025"/>
        <a:ext cx="19131" cy="3826"/>
      </dsp:txXfrm>
    </dsp:sp>
    <dsp:sp modelId="{26555727-F8F6-4C80-B7C4-765F59F11512}">
      <dsp:nvSpPr>
        <dsp:cNvPr id="0" name=""/>
        <dsp:cNvSpPr/>
      </dsp:nvSpPr>
      <dsp:spPr>
        <a:xfrm>
          <a:off x="2259885" y="2763858"/>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Notificación Aprobación</a:t>
          </a:r>
        </a:p>
        <a:p>
          <a:pPr lvl="0" algn="ctr" defTabSz="577850">
            <a:lnSpc>
              <a:spcPct val="90000"/>
            </a:lnSpc>
            <a:spcBef>
              <a:spcPct val="0"/>
            </a:spcBef>
            <a:spcAft>
              <a:spcPct val="35000"/>
            </a:spcAft>
          </a:pPr>
          <a:r>
            <a:rPr lang="es-ES" sz="1300" kern="1200" dirty="0" smtClean="0">
              <a:solidFill>
                <a:srgbClr val="FF0000"/>
              </a:solidFill>
            </a:rPr>
            <a:t>(Al responsable)</a:t>
          </a:r>
          <a:endParaRPr lang="es-ES" sz="1300" kern="1200" dirty="0"/>
        </a:p>
      </dsp:txBody>
      <dsp:txXfrm>
        <a:off x="2259885" y="2763858"/>
        <a:ext cx="1663600" cy="998160"/>
      </dsp:txXfrm>
    </dsp:sp>
    <dsp:sp modelId="{9AC85EE4-6D92-4317-B6EC-338E509257A7}">
      <dsp:nvSpPr>
        <dsp:cNvPr id="0" name=""/>
        <dsp:cNvSpPr/>
      </dsp:nvSpPr>
      <dsp:spPr>
        <a:xfrm>
          <a:off x="5967914" y="3217218"/>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6134363" y="3261025"/>
        <a:ext cx="19131" cy="3826"/>
      </dsp:txXfrm>
    </dsp:sp>
    <dsp:sp modelId="{971A59DE-B411-4B3C-BBE7-5A17F4A92017}">
      <dsp:nvSpPr>
        <dsp:cNvPr id="0" name=""/>
        <dsp:cNvSpPr/>
      </dsp:nvSpPr>
      <dsp:spPr>
        <a:xfrm>
          <a:off x="4306114" y="2763858"/>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Cumplimentación </a:t>
          </a:r>
        </a:p>
        <a:p>
          <a:pPr lvl="0" algn="ctr" defTabSz="577850">
            <a:lnSpc>
              <a:spcPct val="90000"/>
            </a:lnSpc>
            <a:spcBef>
              <a:spcPct val="0"/>
            </a:spcBef>
            <a:spcAft>
              <a:spcPct val="35000"/>
            </a:spcAft>
          </a:pPr>
          <a:r>
            <a:rPr lang="es-ES" sz="1300" b="1" kern="1200" dirty="0" smtClean="0"/>
            <a:t>Etapa </a:t>
          </a:r>
          <a:r>
            <a:rPr lang="es-ES" sz="1300" b="1" kern="1200" dirty="0"/>
            <a:t>7-8</a:t>
          </a:r>
        </a:p>
        <a:p>
          <a:pPr lvl="0" algn="ctr" defTabSz="577850">
            <a:lnSpc>
              <a:spcPct val="90000"/>
            </a:lnSpc>
            <a:spcBef>
              <a:spcPct val="0"/>
            </a:spcBef>
            <a:spcAft>
              <a:spcPct val="35000"/>
            </a:spcAft>
          </a:pPr>
          <a:r>
            <a:rPr lang="es-ES" sz="1300" kern="1200" dirty="0" smtClean="0">
              <a:solidFill>
                <a:srgbClr val="FF0000"/>
              </a:solidFill>
            </a:rPr>
            <a:t>(Responsable)</a:t>
          </a:r>
          <a:endParaRPr lang="es-ES" sz="1300" kern="1200" dirty="0"/>
        </a:p>
      </dsp:txBody>
      <dsp:txXfrm>
        <a:off x="4306114" y="2763858"/>
        <a:ext cx="1663600" cy="998160"/>
      </dsp:txXfrm>
    </dsp:sp>
    <dsp:sp modelId="{0EA7FC06-F558-4726-B4E4-740F6D37AEC6}">
      <dsp:nvSpPr>
        <dsp:cNvPr id="0" name=""/>
        <dsp:cNvSpPr/>
      </dsp:nvSpPr>
      <dsp:spPr>
        <a:xfrm>
          <a:off x="1045456" y="3760218"/>
          <a:ext cx="6138686" cy="352028"/>
        </a:xfrm>
        <a:custGeom>
          <a:avLst/>
          <a:gdLst/>
          <a:ahLst/>
          <a:cxnLst/>
          <a:rect l="0" t="0" r="0" b="0"/>
          <a:pathLst>
            <a:path>
              <a:moveTo>
                <a:pt x="6138686" y="0"/>
              </a:moveTo>
              <a:lnTo>
                <a:pt x="6138686" y="193114"/>
              </a:lnTo>
              <a:lnTo>
                <a:pt x="0" y="193114"/>
              </a:lnTo>
              <a:lnTo>
                <a:pt x="0" y="352028"/>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3961034" y="3934319"/>
        <a:ext cx="307530" cy="3826"/>
      </dsp:txXfrm>
    </dsp:sp>
    <dsp:sp modelId="{A9A6ED20-EECE-4257-B4F1-766DE7D19BDB}">
      <dsp:nvSpPr>
        <dsp:cNvPr id="0" name=""/>
        <dsp:cNvSpPr/>
      </dsp:nvSpPr>
      <dsp:spPr>
        <a:xfrm>
          <a:off x="6352343" y="2763858"/>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Solicitud de Aprobación</a:t>
          </a:r>
        </a:p>
        <a:p>
          <a:pPr lvl="0" algn="ctr" defTabSz="577850">
            <a:lnSpc>
              <a:spcPct val="90000"/>
            </a:lnSpc>
            <a:spcBef>
              <a:spcPct val="0"/>
            </a:spcBef>
            <a:spcAft>
              <a:spcPct val="35000"/>
            </a:spcAft>
          </a:pPr>
          <a:r>
            <a:rPr lang="es-ES" sz="1300" kern="1200" dirty="0" smtClean="0">
              <a:solidFill>
                <a:srgbClr val="FF0000"/>
              </a:solidFill>
            </a:rPr>
            <a:t>(Del responsable al perseguidor)</a:t>
          </a:r>
          <a:endParaRPr lang="es-ES" sz="1300" kern="1200" dirty="0"/>
        </a:p>
      </dsp:txBody>
      <dsp:txXfrm>
        <a:off x="6352343" y="2763858"/>
        <a:ext cx="1663600" cy="998160"/>
      </dsp:txXfrm>
    </dsp:sp>
    <dsp:sp modelId="{9FECAA32-3975-4529-A431-1EF928D4A1F8}">
      <dsp:nvSpPr>
        <dsp:cNvPr id="0" name=""/>
        <dsp:cNvSpPr/>
      </dsp:nvSpPr>
      <dsp:spPr>
        <a:xfrm>
          <a:off x="1875456" y="4598006"/>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041905" y="4641813"/>
        <a:ext cx="19131" cy="3826"/>
      </dsp:txXfrm>
    </dsp:sp>
    <dsp:sp modelId="{4E3DF917-13AF-4BA3-A4E3-B7E12EFF3B83}">
      <dsp:nvSpPr>
        <dsp:cNvPr id="0" name=""/>
        <dsp:cNvSpPr/>
      </dsp:nvSpPr>
      <dsp:spPr>
        <a:xfrm>
          <a:off x="213656" y="4144646"/>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Aprobación</a:t>
          </a:r>
        </a:p>
        <a:p>
          <a:pPr lvl="0" algn="ctr" defTabSz="577850">
            <a:lnSpc>
              <a:spcPct val="90000"/>
            </a:lnSpc>
            <a:spcBef>
              <a:spcPct val="0"/>
            </a:spcBef>
            <a:spcAft>
              <a:spcPct val="35000"/>
            </a:spcAft>
          </a:pPr>
          <a:r>
            <a:rPr lang="es-ES" sz="1300" kern="1200" dirty="0" smtClean="0">
              <a:solidFill>
                <a:srgbClr val="FF0000"/>
              </a:solidFill>
            </a:rPr>
            <a:t>(Perseguidor Aprueba)</a:t>
          </a:r>
          <a:endParaRPr lang="es-ES" sz="1300" kern="1200" dirty="0"/>
        </a:p>
      </dsp:txBody>
      <dsp:txXfrm>
        <a:off x="213656" y="4144646"/>
        <a:ext cx="1663600" cy="998160"/>
      </dsp:txXfrm>
    </dsp:sp>
    <dsp:sp modelId="{09CCF426-282B-44D4-BE6D-7D3E300923D0}">
      <dsp:nvSpPr>
        <dsp:cNvPr id="0" name=""/>
        <dsp:cNvSpPr/>
      </dsp:nvSpPr>
      <dsp:spPr>
        <a:xfrm>
          <a:off x="3921685" y="4598006"/>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88134" y="4641813"/>
        <a:ext cx="19131" cy="3826"/>
      </dsp:txXfrm>
    </dsp:sp>
    <dsp:sp modelId="{25EC0690-599E-49AC-B287-8D1A2A6B337E}">
      <dsp:nvSpPr>
        <dsp:cNvPr id="0" name=""/>
        <dsp:cNvSpPr/>
      </dsp:nvSpPr>
      <dsp:spPr>
        <a:xfrm>
          <a:off x="2259885" y="4144646"/>
          <a:ext cx="1663600" cy="99816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Notificación Aprobación</a:t>
          </a:r>
        </a:p>
        <a:p>
          <a:pPr lvl="0" algn="ctr" defTabSz="577850">
            <a:lnSpc>
              <a:spcPct val="90000"/>
            </a:lnSpc>
            <a:spcBef>
              <a:spcPct val="0"/>
            </a:spcBef>
            <a:spcAft>
              <a:spcPct val="35000"/>
            </a:spcAft>
          </a:pPr>
          <a:r>
            <a:rPr lang="es-ES" sz="1300" kern="1200" dirty="0" smtClean="0">
              <a:solidFill>
                <a:srgbClr val="FF0000"/>
              </a:solidFill>
            </a:rPr>
            <a:t>(Al responsable)</a:t>
          </a:r>
          <a:endParaRPr lang="es-ES" sz="1300" kern="1200" dirty="0"/>
        </a:p>
      </dsp:txBody>
      <dsp:txXfrm>
        <a:off x="2259885" y="4144646"/>
        <a:ext cx="1663600" cy="998160"/>
      </dsp:txXfrm>
    </dsp:sp>
    <dsp:sp modelId="{338FE417-04EE-47D9-9150-C7A2C4A073A0}">
      <dsp:nvSpPr>
        <dsp:cNvPr id="0" name=""/>
        <dsp:cNvSpPr/>
      </dsp:nvSpPr>
      <dsp:spPr>
        <a:xfrm>
          <a:off x="5967914" y="4598006"/>
          <a:ext cx="352028" cy="91440"/>
        </a:xfrm>
        <a:custGeom>
          <a:avLst/>
          <a:gdLst/>
          <a:ahLst/>
          <a:cxnLst/>
          <a:rect l="0" t="0" r="0" b="0"/>
          <a:pathLst>
            <a:path>
              <a:moveTo>
                <a:pt x="0" y="45720"/>
              </a:moveTo>
              <a:lnTo>
                <a:pt x="352028"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6134363" y="4641813"/>
        <a:ext cx="19131" cy="3826"/>
      </dsp:txXfrm>
    </dsp:sp>
    <dsp:sp modelId="{157767C9-A773-47C6-B26E-055006F3A05C}">
      <dsp:nvSpPr>
        <dsp:cNvPr id="0" name=""/>
        <dsp:cNvSpPr/>
      </dsp:nvSpPr>
      <dsp:spPr>
        <a:xfrm>
          <a:off x="4306114" y="4144646"/>
          <a:ext cx="1663600" cy="998160"/>
        </a:xfrm>
        <a:prstGeom prst="rect">
          <a:avLst/>
        </a:prstGeom>
        <a:no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Cumplimentación pestaña costes</a:t>
          </a:r>
          <a:endParaRPr lang="es-ES" sz="1300" b="1" kern="1200" dirty="0"/>
        </a:p>
        <a:p>
          <a:pPr lvl="0" algn="ctr" defTabSz="577850">
            <a:lnSpc>
              <a:spcPct val="90000"/>
            </a:lnSpc>
            <a:spcBef>
              <a:spcPct val="0"/>
            </a:spcBef>
            <a:spcAft>
              <a:spcPct val="35000"/>
            </a:spcAft>
          </a:pPr>
          <a:r>
            <a:rPr lang="es-ES" sz="1300" kern="1200" dirty="0" smtClean="0">
              <a:solidFill>
                <a:srgbClr val="FF0000"/>
              </a:solidFill>
            </a:rPr>
            <a:t>(En desarrollo)</a:t>
          </a:r>
          <a:endParaRPr lang="es-ES" sz="1300" kern="1200" dirty="0">
            <a:solidFill>
              <a:srgbClr val="FF0000"/>
            </a:solidFill>
          </a:endParaRPr>
        </a:p>
      </dsp:txBody>
      <dsp:txXfrm>
        <a:off x="4306114" y="4144646"/>
        <a:ext cx="1663600" cy="998160"/>
      </dsp:txXfrm>
    </dsp:sp>
    <dsp:sp modelId="{829F8294-6F31-4664-A51F-B10438B94C61}">
      <dsp:nvSpPr>
        <dsp:cNvPr id="0" name=""/>
        <dsp:cNvSpPr/>
      </dsp:nvSpPr>
      <dsp:spPr>
        <a:xfrm>
          <a:off x="6352343" y="4144646"/>
          <a:ext cx="1663600" cy="998160"/>
        </a:xfrm>
        <a:prstGeom prst="rect">
          <a:avLst/>
        </a:prstGeom>
        <a:no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lvl="0" algn="ctr" defTabSz="577850">
            <a:lnSpc>
              <a:spcPct val="90000"/>
            </a:lnSpc>
            <a:spcBef>
              <a:spcPct val="0"/>
            </a:spcBef>
            <a:spcAft>
              <a:spcPct val="35000"/>
            </a:spcAft>
          </a:pPr>
          <a:r>
            <a:rPr lang="es-ES" sz="1300" b="1" kern="1200" dirty="0" smtClean="0"/>
            <a:t>Crear lección aprendida</a:t>
          </a:r>
          <a:endParaRPr lang="es-ES" sz="1300" b="1" kern="1200" dirty="0"/>
        </a:p>
        <a:p>
          <a:pPr lvl="0" algn="ctr" defTabSz="577850">
            <a:lnSpc>
              <a:spcPct val="90000"/>
            </a:lnSpc>
            <a:spcBef>
              <a:spcPct val="0"/>
            </a:spcBef>
            <a:spcAft>
              <a:spcPct val="35000"/>
            </a:spcAft>
          </a:pPr>
          <a:r>
            <a:rPr lang="es-ES" sz="1300" kern="1200" dirty="0" smtClean="0">
              <a:solidFill>
                <a:srgbClr val="FF0000"/>
              </a:solidFill>
            </a:rPr>
            <a:t>(En desarrollo)</a:t>
          </a:r>
          <a:endParaRPr lang="es-ES" sz="1300" kern="1200" dirty="0">
            <a:solidFill>
              <a:srgbClr val="FF0000"/>
            </a:solidFill>
          </a:endParaRPr>
        </a:p>
      </dsp:txBody>
      <dsp:txXfrm>
        <a:off x="6352343" y="4144646"/>
        <a:ext cx="1663600" cy="99816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CFD093C-2BDF-4BA0-A91A-A2DFDD61D140}">
      <dsp:nvSpPr>
        <dsp:cNvPr id="0" name=""/>
        <dsp:cNvSpPr/>
      </dsp:nvSpPr>
      <dsp:spPr>
        <a:xfrm>
          <a:off x="1512168" y="0"/>
          <a:ext cx="1512168" cy="1200133"/>
        </a:xfrm>
        <a:prstGeom prst="trapezoid">
          <a:avLst>
            <a:gd name="adj" fmla="val 63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ADMIN</a:t>
          </a:r>
          <a:endParaRPr lang="es-ES" sz="1800" kern="1200" dirty="0"/>
        </a:p>
      </dsp:txBody>
      <dsp:txXfrm>
        <a:off x="1512168" y="0"/>
        <a:ext cx="1512168" cy="1200133"/>
      </dsp:txXfrm>
    </dsp:sp>
    <dsp:sp modelId="{74072322-2F7D-49DD-8B38-5380F64091C6}">
      <dsp:nvSpPr>
        <dsp:cNvPr id="0" name=""/>
        <dsp:cNvSpPr/>
      </dsp:nvSpPr>
      <dsp:spPr>
        <a:xfrm>
          <a:off x="756084" y="1200133"/>
          <a:ext cx="3024336" cy="1200133"/>
        </a:xfrm>
        <a:prstGeom prst="trapezoid">
          <a:avLst>
            <a:gd name="adj" fmla="val 63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USERS</a:t>
          </a:r>
          <a:endParaRPr lang="es-ES" sz="1800" kern="1200" dirty="0"/>
        </a:p>
      </dsp:txBody>
      <dsp:txXfrm>
        <a:off x="1285342" y="1200133"/>
        <a:ext cx="1965818" cy="1200133"/>
      </dsp:txXfrm>
    </dsp:sp>
    <dsp:sp modelId="{4530CD9A-E43D-4E88-BDBC-BBEC35269A06}">
      <dsp:nvSpPr>
        <dsp:cNvPr id="0" name=""/>
        <dsp:cNvSpPr/>
      </dsp:nvSpPr>
      <dsp:spPr>
        <a:xfrm>
          <a:off x="0" y="2400266"/>
          <a:ext cx="4536504" cy="1200133"/>
        </a:xfrm>
        <a:prstGeom prst="trapezoid">
          <a:avLst>
            <a:gd name="adj" fmla="val 63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PERSONS NOT REGISTERED FOR THE APP.</a:t>
          </a:r>
          <a:endParaRPr lang="es-ES" sz="1800" kern="1200" dirty="0"/>
        </a:p>
      </dsp:txBody>
      <dsp:txXfrm>
        <a:off x="793888" y="2400266"/>
        <a:ext cx="2948727" cy="1200133"/>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D9CFC0D-6DBA-437D-B746-A9183CDE891A}">
      <dsp:nvSpPr>
        <dsp:cNvPr id="0" name=""/>
        <dsp:cNvSpPr/>
      </dsp:nvSpPr>
      <dsp:spPr>
        <a:xfrm>
          <a:off x="2139859" y="510589"/>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240782" y="555085"/>
        <a:ext cx="12233" cy="2449"/>
      </dsp:txXfrm>
    </dsp:sp>
    <dsp:sp modelId="{96B395F7-F187-4F07-934B-B5BC013FC3B8}">
      <dsp:nvSpPr>
        <dsp:cNvPr id="0" name=""/>
        <dsp:cNvSpPr/>
      </dsp:nvSpPr>
      <dsp:spPr>
        <a:xfrm>
          <a:off x="535538" y="6571"/>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Create</a:t>
          </a:r>
          <a:r>
            <a:rPr lang="es-ES" sz="1400" b="1" kern="1200" dirty="0" smtClean="0"/>
            <a:t> </a:t>
          </a:r>
          <a:r>
            <a:rPr lang="es-ES" sz="1400" b="1" kern="1200" dirty="0" err="1" smtClean="0"/>
            <a:t>the</a:t>
          </a:r>
          <a:r>
            <a:rPr lang="es-ES" sz="1400" b="1" kern="1200" dirty="0" smtClean="0"/>
            <a:t> </a:t>
          </a:r>
          <a:r>
            <a:rPr lang="es-ES" sz="1400" b="1" kern="1200" dirty="0"/>
            <a:t>NC</a:t>
          </a:r>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Creator</a:t>
          </a:r>
          <a:r>
            <a:rPr lang="es-ES" sz="1400" kern="1200" dirty="0" smtClean="0">
              <a:solidFill>
                <a:srgbClr val="FF0000"/>
              </a:solidFill>
            </a:rPr>
            <a:t> in </a:t>
          </a:r>
          <a:r>
            <a:rPr lang="es-ES" sz="1400" kern="1200" dirty="0" err="1" smtClean="0">
              <a:solidFill>
                <a:srgbClr val="FF0000"/>
              </a:solidFill>
            </a:rPr>
            <a:t>the</a:t>
          </a:r>
          <a:r>
            <a:rPr lang="es-ES" sz="1400" kern="1200" dirty="0" smtClean="0">
              <a:solidFill>
                <a:srgbClr val="FF0000"/>
              </a:solidFill>
            </a:rPr>
            <a:t> </a:t>
          </a:r>
          <a:r>
            <a:rPr lang="es-ES" sz="1400" kern="1200" dirty="0" err="1" smtClean="0">
              <a:solidFill>
                <a:srgbClr val="FF0000"/>
              </a:solidFill>
            </a:rPr>
            <a:t>preliminary</a:t>
          </a:r>
          <a:r>
            <a:rPr lang="es-ES" sz="1400" kern="1200" dirty="0" smtClean="0">
              <a:solidFill>
                <a:srgbClr val="FF0000"/>
              </a:solidFill>
            </a:rPr>
            <a:t> </a:t>
          </a:r>
          <a:r>
            <a:rPr lang="es-ES" sz="1400" kern="1200" dirty="0" err="1" smtClean="0">
              <a:solidFill>
                <a:srgbClr val="FF0000"/>
              </a:solidFill>
            </a:rPr>
            <a:t>meeting</a:t>
          </a:r>
          <a:r>
            <a:rPr lang="es-ES" sz="1400" kern="1200" dirty="0" smtClean="0">
              <a:solidFill>
                <a:srgbClr val="FF0000"/>
              </a:solidFill>
            </a:rPr>
            <a:t>)</a:t>
          </a:r>
          <a:endParaRPr lang="es-ES" sz="1400" kern="1200" dirty="0">
            <a:solidFill>
              <a:srgbClr val="FF0000"/>
            </a:solidFill>
          </a:endParaRPr>
        </a:p>
      </dsp:txBody>
      <dsp:txXfrm>
        <a:off x="535538" y="6571"/>
        <a:ext cx="1606120" cy="1099476"/>
      </dsp:txXfrm>
    </dsp:sp>
    <dsp:sp modelId="{6354ED64-0F73-4876-802D-E98844F96F80}">
      <dsp:nvSpPr>
        <dsp:cNvPr id="0" name=""/>
        <dsp:cNvSpPr/>
      </dsp:nvSpPr>
      <dsp:spPr>
        <a:xfrm>
          <a:off x="3990660" y="510589"/>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91583" y="555085"/>
        <a:ext cx="12233" cy="2449"/>
      </dsp:txXfrm>
    </dsp:sp>
    <dsp:sp modelId="{7FF9C174-A44B-40BF-98CB-0817D8945335}">
      <dsp:nvSpPr>
        <dsp:cNvPr id="0" name=""/>
        <dsp:cNvSpPr/>
      </dsp:nvSpPr>
      <dsp:spPr>
        <a:xfrm>
          <a:off x="2386339" y="6571"/>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Notify</a:t>
          </a:r>
          <a:r>
            <a:rPr lang="es-ES" sz="1400" b="1" kern="1200" dirty="0" smtClean="0"/>
            <a:t> </a:t>
          </a:r>
          <a:r>
            <a:rPr lang="es-ES" sz="1400" b="1" kern="1200" dirty="0" err="1" smtClean="0"/>
            <a:t>the</a:t>
          </a:r>
          <a:r>
            <a:rPr lang="es-ES" sz="1400" b="1" kern="1200" dirty="0" smtClean="0"/>
            <a:t> </a:t>
          </a:r>
          <a:r>
            <a:rPr lang="es-ES" sz="1400" b="1" kern="1200" dirty="0"/>
            <a:t>NC</a:t>
          </a:r>
          <a:r>
            <a:rPr lang="es-ES" sz="1400" kern="1200" dirty="0"/>
            <a:t>  </a:t>
          </a:r>
          <a:endParaRPr lang="es-ES" sz="1400" kern="1200" dirty="0" smtClean="0"/>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To</a:t>
          </a:r>
          <a:r>
            <a:rPr lang="es-ES" sz="1400" kern="1200" dirty="0" smtClean="0">
              <a:solidFill>
                <a:srgbClr val="FF0000"/>
              </a:solidFill>
            </a:rPr>
            <a:t> </a:t>
          </a:r>
          <a:r>
            <a:rPr lang="es-ES" sz="1400" kern="1200" dirty="0" err="1" smtClean="0">
              <a:solidFill>
                <a:srgbClr val="FF0000"/>
              </a:solidFill>
            </a:rPr>
            <a:t>the</a:t>
          </a:r>
          <a:r>
            <a:rPr lang="es-ES" sz="1400" kern="1200" dirty="0" smtClean="0">
              <a:solidFill>
                <a:srgbClr val="FF0000"/>
              </a:solidFill>
            </a:rPr>
            <a:t> </a:t>
          </a:r>
          <a:r>
            <a:rPr lang="es-ES" sz="1400" kern="1200" dirty="0" err="1" smtClean="0">
              <a:solidFill>
                <a:srgbClr val="FF0000"/>
              </a:solidFill>
            </a:rPr>
            <a:t>responsible</a:t>
          </a:r>
          <a:r>
            <a:rPr lang="es-ES" sz="1400" kern="1200" dirty="0" smtClean="0">
              <a:solidFill>
                <a:srgbClr val="FF0000"/>
              </a:solidFill>
            </a:rPr>
            <a:t> and </a:t>
          </a:r>
          <a:r>
            <a:rPr lang="es-ES" sz="1400" kern="1200" dirty="0" err="1" smtClean="0">
              <a:solidFill>
                <a:srgbClr val="FF0000"/>
              </a:solidFill>
            </a:rPr>
            <a:t>pursuer</a:t>
          </a:r>
          <a:r>
            <a:rPr lang="es-ES" sz="1400" kern="1200" dirty="0" smtClean="0">
              <a:solidFill>
                <a:srgbClr val="FF0000"/>
              </a:solidFill>
            </a:rPr>
            <a:t> )</a:t>
          </a:r>
          <a:endParaRPr lang="es-ES" sz="1400" kern="1200" dirty="0">
            <a:solidFill>
              <a:srgbClr val="FF0000"/>
            </a:solidFill>
          </a:endParaRPr>
        </a:p>
      </dsp:txBody>
      <dsp:txXfrm>
        <a:off x="2386339" y="6571"/>
        <a:ext cx="1606120" cy="1099476"/>
      </dsp:txXfrm>
    </dsp:sp>
    <dsp:sp modelId="{B9EDBAD6-88A6-41CD-A7C5-E511CF9C0E42}">
      <dsp:nvSpPr>
        <dsp:cNvPr id="0" name=""/>
        <dsp:cNvSpPr/>
      </dsp:nvSpPr>
      <dsp:spPr>
        <a:xfrm>
          <a:off x="5841460" y="510589"/>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5942383" y="555085"/>
        <a:ext cx="12233" cy="2449"/>
      </dsp:txXfrm>
    </dsp:sp>
    <dsp:sp modelId="{E624E633-52B9-4EAE-A4A9-32B5D5DD07E7}">
      <dsp:nvSpPr>
        <dsp:cNvPr id="0" name=""/>
        <dsp:cNvSpPr/>
      </dsp:nvSpPr>
      <dsp:spPr>
        <a:xfrm>
          <a:off x="4237139" y="6571"/>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Fill</a:t>
          </a:r>
          <a:r>
            <a:rPr lang="es-ES" sz="1400" b="1" kern="1200" dirty="0" smtClean="0"/>
            <a:t> in of </a:t>
          </a:r>
          <a:r>
            <a:rPr lang="es-ES" sz="1400" b="1" kern="1200" dirty="0" err="1" smtClean="0"/>
            <a:t>the</a:t>
          </a:r>
          <a:r>
            <a:rPr lang="es-ES" sz="1400" b="1" kern="1200" dirty="0" smtClean="0"/>
            <a:t> </a:t>
          </a:r>
          <a:r>
            <a:rPr lang="es-ES" sz="1400" b="1" kern="1200" dirty="0" err="1" smtClean="0"/>
            <a:t>Phase</a:t>
          </a:r>
          <a:r>
            <a:rPr lang="es-ES" sz="1400" b="1" kern="1200" dirty="0" smtClean="0"/>
            <a:t> </a:t>
          </a:r>
          <a:r>
            <a:rPr lang="es-ES" sz="1400" b="1" kern="1200" dirty="0"/>
            <a:t>2-4</a:t>
          </a:r>
        </a:p>
        <a:p>
          <a:pPr lvl="0" algn="ctr" defTabSz="622300">
            <a:lnSpc>
              <a:spcPct val="90000"/>
            </a:lnSpc>
            <a:spcBef>
              <a:spcPct val="0"/>
            </a:spcBef>
            <a:spcAft>
              <a:spcPct val="35000"/>
            </a:spcAft>
          </a:pPr>
          <a:r>
            <a:rPr lang="es-ES" sz="1400" kern="1200" dirty="0" smtClean="0"/>
            <a:t>(</a:t>
          </a:r>
          <a:r>
            <a:rPr lang="es-ES" sz="1400" kern="1200" dirty="0" err="1" smtClean="0">
              <a:solidFill>
                <a:srgbClr val="FF0000"/>
              </a:solidFill>
            </a:rPr>
            <a:t>Responsible</a:t>
          </a:r>
          <a:r>
            <a:rPr lang="es-ES" sz="1400" kern="1200" dirty="0" smtClean="0"/>
            <a:t>)</a:t>
          </a:r>
          <a:endParaRPr lang="es-ES" sz="1400" kern="1200" dirty="0"/>
        </a:p>
      </dsp:txBody>
      <dsp:txXfrm>
        <a:off x="4237139" y="6571"/>
        <a:ext cx="1606120" cy="1099476"/>
      </dsp:txXfrm>
    </dsp:sp>
    <dsp:sp modelId="{917B10D3-7ACE-457B-A13A-DD2D52DDA242}">
      <dsp:nvSpPr>
        <dsp:cNvPr id="0" name=""/>
        <dsp:cNvSpPr/>
      </dsp:nvSpPr>
      <dsp:spPr>
        <a:xfrm>
          <a:off x="1338598" y="1104248"/>
          <a:ext cx="5552402" cy="214079"/>
        </a:xfrm>
        <a:custGeom>
          <a:avLst/>
          <a:gdLst/>
          <a:ahLst/>
          <a:cxnLst/>
          <a:rect l="0" t="0" r="0" b="0"/>
          <a:pathLst>
            <a:path>
              <a:moveTo>
                <a:pt x="5552402" y="0"/>
              </a:moveTo>
              <a:lnTo>
                <a:pt x="5552402" y="124139"/>
              </a:lnTo>
              <a:lnTo>
                <a:pt x="0" y="124139"/>
              </a:lnTo>
              <a:lnTo>
                <a:pt x="0" y="214079"/>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3975855" y="1210063"/>
        <a:ext cx="277889" cy="2449"/>
      </dsp:txXfrm>
    </dsp:sp>
    <dsp:sp modelId="{4EA33006-1AB1-42CA-9AE3-2A58DB98B5B3}">
      <dsp:nvSpPr>
        <dsp:cNvPr id="0" name=""/>
        <dsp:cNvSpPr/>
      </dsp:nvSpPr>
      <dsp:spPr>
        <a:xfrm>
          <a:off x="6087940" y="6571"/>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Approval</a:t>
          </a:r>
          <a:r>
            <a:rPr lang="es-ES" sz="1400" b="1" kern="1200" dirty="0" smtClean="0"/>
            <a:t> </a:t>
          </a:r>
          <a:r>
            <a:rPr lang="es-ES" sz="1400" b="1" kern="1200" dirty="0" err="1" smtClean="0"/>
            <a:t>Request</a:t>
          </a:r>
          <a:endParaRPr lang="es-ES" sz="1400" b="1" kern="1200" dirty="0"/>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From</a:t>
          </a:r>
          <a:r>
            <a:rPr lang="es-ES" sz="1400" kern="1200" dirty="0" smtClean="0">
              <a:solidFill>
                <a:srgbClr val="FF0000"/>
              </a:solidFill>
            </a:rPr>
            <a:t> </a:t>
          </a:r>
          <a:r>
            <a:rPr lang="es-ES" sz="1400" kern="1200" dirty="0" err="1" smtClean="0">
              <a:solidFill>
                <a:srgbClr val="FF0000"/>
              </a:solidFill>
            </a:rPr>
            <a:t>responsible</a:t>
          </a:r>
          <a:r>
            <a:rPr lang="es-ES" sz="1400" kern="1200" dirty="0" smtClean="0">
              <a:solidFill>
                <a:srgbClr val="FF0000"/>
              </a:solidFill>
            </a:rPr>
            <a:t> </a:t>
          </a:r>
          <a:r>
            <a:rPr lang="es-ES" sz="1400" kern="1200" dirty="0" err="1" smtClean="0">
              <a:solidFill>
                <a:srgbClr val="FF0000"/>
              </a:solidFill>
            </a:rPr>
            <a:t>to</a:t>
          </a:r>
          <a:r>
            <a:rPr lang="es-ES" sz="1400" kern="1200" dirty="0" smtClean="0">
              <a:solidFill>
                <a:srgbClr val="FF0000"/>
              </a:solidFill>
            </a:rPr>
            <a:t> </a:t>
          </a:r>
          <a:r>
            <a:rPr lang="es-ES" sz="1400" kern="1200" dirty="0" err="1" smtClean="0">
              <a:solidFill>
                <a:srgbClr val="FF0000"/>
              </a:solidFill>
            </a:rPr>
            <a:t>pursuer</a:t>
          </a:r>
          <a:r>
            <a:rPr lang="es-ES" sz="1400" kern="1200" dirty="0" smtClean="0">
              <a:solidFill>
                <a:srgbClr val="FF0000"/>
              </a:solidFill>
            </a:rPr>
            <a:t>)</a:t>
          </a:r>
          <a:endParaRPr lang="es-ES" sz="1400" kern="1200" dirty="0">
            <a:solidFill>
              <a:srgbClr val="FF0000"/>
            </a:solidFill>
          </a:endParaRPr>
        </a:p>
      </dsp:txBody>
      <dsp:txXfrm>
        <a:off x="6087940" y="6571"/>
        <a:ext cx="1606120" cy="1099476"/>
      </dsp:txXfrm>
    </dsp:sp>
    <dsp:sp modelId="{BD3EB14E-66F7-4E66-8E3A-0859162BFC95}">
      <dsp:nvSpPr>
        <dsp:cNvPr id="0" name=""/>
        <dsp:cNvSpPr/>
      </dsp:nvSpPr>
      <dsp:spPr>
        <a:xfrm>
          <a:off x="2139859" y="1854745"/>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240782" y="1899241"/>
        <a:ext cx="12233" cy="2449"/>
      </dsp:txXfrm>
    </dsp:sp>
    <dsp:sp modelId="{66C0E43C-9775-45F6-A131-E4B4217BB0CE}">
      <dsp:nvSpPr>
        <dsp:cNvPr id="0" name=""/>
        <dsp:cNvSpPr/>
      </dsp:nvSpPr>
      <dsp:spPr>
        <a:xfrm>
          <a:off x="535538" y="1350727"/>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Approval</a:t>
          </a:r>
          <a:endParaRPr lang="es-ES" sz="1400" b="1" kern="1200" dirty="0"/>
        </a:p>
        <a:p>
          <a:pPr lvl="0" algn="ctr" defTabSz="622300">
            <a:lnSpc>
              <a:spcPct val="90000"/>
            </a:lnSpc>
            <a:spcBef>
              <a:spcPct val="0"/>
            </a:spcBef>
            <a:spcAft>
              <a:spcPct val="35000"/>
            </a:spcAft>
          </a:pPr>
          <a:r>
            <a:rPr lang="es-ES" sz="1400" kern="1200" dirty="0" smtClean="0"/>
            <a:t>(</a:t>
          </a:r>
          <a:r>
            <a:rPr lang="es-ES" sz="1400" kern="1200" dirty="0" err="1" smtClean="0">
              <a:solidFill>
                <a:srgbClr val="FF0000"/>
              </a:solidFill>
            </a:rPr>
            <a:t>Puersuer</a:t>
          </a:r>
          <a:r>
            <a:rPr lang="es-ES" sz="1400" kern="1200" dirty="0" smtClean="0">
              <a:solidFill>
                <a:srgbClr val="FF0000"/>
              </a:solidFill>
            </a:rPr>
            <a:t> </a:t>
          </a:r>
          <a:r>
            <a:rPr lang="es-ES" sz="1400" kern="1200" dirty="0" err="1" smtClean="0">
              <a:solidFill>
                <a:srgbClr val="FF0000"/>
              </a:solidFill>
            </a:rPr>
            <a:t>approves</a:t>
          </a:r>
          <a:r>
            <a:rPr lang="es-ES" sz="1400" kern="1200" dirty="0" smtClean="0">
              <a:solidFill>
                <a:sysClr val="windowText" lastClr="000000"/>
              </a:solidFill>
            </a:rPr>
            <a:t>)</a:t>
          </a:r>
          <a:endParaRPr lang="es-ES" sz="1400" kern="1200" dirty="0">
            <a:solidFill>
              <a:sysClr val="windowText" lastClr="000000"/>
            </a:solidFill>
          </a:endParaRPr>
        </a:p>
      </dsp:txBody>
      <dsp:txXfrm>
        <a:off x="535538" y="1350727"/>
        <a:ext cx="1606120" cy="1099476"/>
      </dsp:txXfrm>
    </dsp:sp>
    <dsp:sp modelId="{B38D5E70-ED23-4C2E-BDE7-38757468FCCD}">
      <dsp:nvSpPr>
        <dsp:cNvPr id="0" name=""/>
        <dsp:cNvSpPr/>
      </dsp:nvSpPr>
      <dsp:spPr>
        <a:xfrm>
          <a:off x="3990660" y="1854745"/>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91583" y="1899241"/>
        <a:ext cx="12233" cy="2449"/>
      </dsp:txXfrm>
    </dsp:sp>
    <dsp:sp modelId="{851EDB6E-5416-45FA-96D1-4AF90B5E6593}">
      <dsp:nvSpPr>
        <dsp:cNvPr id="0" name=""/>
        <dsp:cNvSpPr/>
      </dsp:nvSpPr>
      <dsp:spPr>
        <a:xfrm>
          <a:off x="2386339" y="1350727"/>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solidFill>
                <a:schemeClr val="tx1"/>
              </a:solidFill>
            </a:rPr>
            <a:t>Approval</a:t>
          </a:r>
          <a:r>
            <a:rPr lang="es-ES" sz="1400" b="1" kern="1200" dirty="0" smtClean="0">
              <a:solidFill>
                <a:schemeClr val="tx1"/>
              </a:solidFill>
            </a:rPr>
            <a:t> </a:t>
          </a:r>
          <a:r>
            <a:rPr lang="es-ES" sz="1400" b="1" kern="1200" dirty="0" err="1" smtClean="0">
              <a:solidFill>
                <a:schemeClr val="tx1"/>
              </a:solidFill>
            </a:rPr>
            <a:t>Notification</a:t>
          </a:r>
          <a:endParaRPr lang="es-ES" sz="1400" b="1" kern="1200" dirty="0">
            <a:solidFill>
              <a:schemeClr val="tx1"/>
            </a:solidFill>
          </a:endParaRPr>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To</a:t>
          </a:r>
          <a:r>
            <a:rPr lang="es-ES" sz="1400" kern="1200" dirty="0" smtClean="0">
              <a:solidFill>
                <a:srgbClr val="FF0000"/>
              </a:solidFill>
            </a:rPr>
            <a:t> </a:t>
          </a:r>
          <a:r>
            <a:rPr lang="es-ES" sz="1400" kern="1200" dirty="0" err="1" smtClean="0">
              <a:solidFill>
                <a:srgbClr val="FF0000"/>
              </a:solidFill>
            </a:rPr>
            <a:t>responsible</a:t>
          </a:r>
          <a:r>
            <a:rPr lang="es-ES" sz="1400" kern="1200" dirty="0" smtClean="0">
              <a:solidFill>
                <a:srgbClr val="FF0000"/>
              </a:solidFill>
            </a:rPr>
            <a:t>)</a:t>
          </a:r>
          <a:endParaRPr lang="es-ES" sz="1400" kern="1200" dirty="0">
            <a:solidFill>
              <a:srgbClr val="FF0000"/>
            </a:solidFill>
          </a:endParaRPr>
        </a:p>
        <a:p>
          <a:pPr lvl="0" algn="ctr" defTabSz="622300">
            <a:lnSpc>
              <a:spcPct val="90000"/>
            </a:lnSpc>
            <a:spcBef>
              <a:spcPct val="0"/>
            </a:spcBef>
            <a:spcAft>
              <a:spcPct val="35000"/>
            </a:spcAft>
          </a:pPr>
          <a:endParaRPr lang="es-ES" sz="1400" kern="1200" dirty="0">
            <a:solidFill>
              <a:srgbClr val="FF0000"/>
            </a:solidFill>
          </a:endParaRPr>
        </a:p>
      </dsp:txBody>
      <dsp:txXfrm>
        <a:off x="2386339" y="1350727"/>
        <a:ext cx="1606120" cy="1099476"/>
      </dsp:txXfrm>
    </dsp:sp>
    <dsp:sp modelId="{77338716-3EEE-4A8A-AAEE-7C3C5EAC330F}">
      <dsp:nvSpPr>
        <dsp:cNvPr id="0" name=""/>
        <dsp:cNvSpPr/>
      </dsp:nvSpPr>
      <dsp:spPr>
        <a:xfrm>
          <a:off x="5841460" y="1854745"/>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5942383" y="1899241"/>
        <a:ext cx="12233" cy="2449"/>
      </dsp:txXfrm>
    </dsp:sp>
    <dsp:sp modelId="{4E9B74EF-7A5F-41F0-83DD-B7A6C6A68CC7}">
      <dsp:nvSpPr>
        <dsp:cNvPr id="0" name=""/>
        <dsp:cNvSpPr/>
      </dsp:nvSpPr>
      <dsp:spPr>
        <a:xfrm>
          <a:off x="4237139" y="1350727"/>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Fill</a:t>
          </a:r>
          <a:r>
            <a:rPr lang="es-ES" sz="1400" b="1" kern="1200" dirty="0" smtClean="0"/>
            <a:t> in of </a:t>
          </a:r>
          <a:r>
            <a:rPr lang="es-ES" sz="1400" b="1" kern="1200" dirty="0" err="1" smtClean="0"/>
            <a:t>the</a:t>
          </a:r>
          <a:r>
            <a:rPr lang="es-ES" sz="1400" b="1" kern="1200" dirty="0" smtClean="0"/>
            <a:t> </a:t>
          </a:r>
          <a:r>
            <a:rPr lang="es-ES" sz="1400" b="1" kern="1200" dirty="0" err="1" smtClean="0"/>
            <a:t>phase</a:t>
          </a:r>
          <a:r>
            <a:rPr lang="es-ES" sz="1400" b="1" kern="1200" dirty="0" smtClean="0"/>
            <a:t> 5-6</a:t>
          </a:r>
          <a:endParaRPr lang="es-ES" sz="1400" b="1" kern="1200" dirty="0"/>
        </a:p>
        <a:p>
          <a:pPr lvl="0" algn="ctr" defTabSz="622300">
            <a:lnSpc>
              <a:spcPct val="90000"/>
            </a:lnSpc>
            <a:spcBef>
              <a:spcPct val="0"/>
            </a:spcBef>
            <a:spcAft>
              <a:spcPct val="35000"/>
            </a:spcAft>
          </a:pPr>
          <a:r>
            <a:rPr lang="es-ES" sz="1400" kern="1200" dirty="0" smtClean="0"/>
            <a:t>(</a:t>
          </a:r>
          <a:r>
            <a:rPr lang="es-ES" sz="1400" kern="1200" dirty="0" err="1" smtClean="0">
              <a:solidFill>
                <a:srgbClr val="FF0000"/>
              </a:solidFill>
            </a:rPr>
            <a:t>Responsible</a:t>
          </a:r>
          <a:r>
            <a:rPr lang="es-ES" sz="1400" kern="1200" dirty="0" smtClean="0"/>
            <a:t>)</a:t>
          </a:r>
          <a:endParaRPr lang="es-ES" sz="1400" kern="1200" dirty="0"/>
        </a:p>
      </dsp:txBody>
      <dsp:txXfrm>
        <a:off x="4237139" y="1350727"/>
        <a:ext cx="1606120" cy="1099476"/>
      </dsp:txXfrm>
    </dsp:sp>
    <dsp:sp modelId="{A2014CA5-3B34-4400-ACF0-6AB2B7ECBFEE}">
      <dsp:nvSpPr>
        <dsp:cNvPr id="0" name=""/>
        <dsp:cNvSpPr/>
      </dsp:nvSpPr>
      <dsp:spPr>
        <a:xfrm>
          <a:off x="1338598" y="2448404"/>
          <a:ext cx="5552402" cy="214079"/>
        </a:xfrm>
        <a:custGeom>
          <a:avLst/>
          <a:gdLst/>
          <a:ahLst/>
          <a:cxnLst/>
          <a:rect l="0" t="0" r="0" b="0"/>
          <a:pathLst>
            <a:path>
              <a:moveTo>
                <a:pt x="5552402" y="0"/>
              </a:moveTo>
              <a:lnTo>
                <a:pt x="5552402" y="124139"/>
              </a:lnTo>
              <a:lnTo>
                <a:pt x="0" y="124139"/>
              </a:lnTo>
              <a:lnTo>
                <a:pt x="0" y="214079"/>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3975855" y="2554219"/>
        <a:ext cx="277889" cy="2449"/>
      </dsp:txXfrm>
    </dsp:sp>
    <dsp:sp modelId="{84F235BE-42E1-4F32-9A62-E15CB6DF1B6B}">
      <dsp:nvSpPr>
        <dsp:cNvPr id="0" name=""/>
        <dsp:cNvSpPr/>
      </dsp:nvSpPr>
      <dsp:spPr>
        <a:xfrm>
          <a:off x="6087940" y="1350727"/>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Approval</a:t>
          </a:r>
          <a:r>
            <a:rPr lang="es-ES" sz="1400" b="1" kern="1200" dirty="0" smtClean="0"/>
            <a:t> </a:t>
          </a:r>
          <a:r>
            <a:rPr lang="es-ES" sz="1400" b="1" kern="1200" dirty="0" err="1" smtClean="0"/>
            <a:t>Request</a:t>
          </a:r>
          <a:endParaRPr lang="es-ES" sz="1400" b="1" kern="1200" dirty="0"/>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From</a:t>
          </a:r>
          <a:r>
            <a:rPr lang="es-ES" sz="1400" kern="1200" dirty="0" smtClean="0">
              <a:solidFill>
                <a:srgbClr val="FF0000"/>
              </a:solidFill>
            </a:rPr>
            <a:t> </a:t>
          </a:r>
          <a:r>
            <a:rPr lang="es-ES" sz="1400" kern="1200" dirty="0" err="1" smtClean="0">
              <a:solidFill>
                <a:srgbClr val="FF0000"/>
              </a:solidFill>
            </a:rPr>
            <a:t>responsible</a:t>
          </a:r>
          <a:r>
            <a:rPr lang="es-ES" sz="1400" kern="1200" dirty="0" smtClean="0">
              <a:solidFill>
                <a:srgbClr val="FF0000"/>
              </a:solidFill>
            </a:rPr>
            <a:t> </a:t>
          </a:r>
          <a:r>
            <a:rPr lang="es-ES" sz="1400" kern="1200" dirty="0" err="1" smtClean="0">
              <a:solidFill>
                <a:srgbClr val="FF0000"/>
              </a:solidFill>
            </a:rPr>
            <a:t>to</a:t>
          </a:r>
          <a:r>
            <a:rPr lang="es-ES" sz="1400" kern="1200" dirty="0" smtClean="0">
              <a:solidFill>
                <a:srgbClr val="FF0000"/>
              </a:solidFill>
            </a:rPr>
            <a:t> </a:t>
          </a:r>
          <a:r>
            <a:rPr lang="es-ES" sz="1400" kern="1200" dirty="0" err="1" smtClean="0">
              <a:solidFill>
                <a:srgbClr val="FF0000"/>
              </a:solidFill>
            </a:rPr>
            <a:t>pursuer</a:t>
          </a:r>
          <a:r>
            <a:rPr lang="es-ES" sz="1400" kern="1200" dirty="0" smtClean="0">
              <a:solidFill>
                <a:srgbClr val="FF0000"/>
              </a:solidFill>
            </a:rPr>
            <a:t>)</a:t>
          </a:r>
          <a:endParaRPr lang="es-ES" sz="1400" kern="1200" dirty="0"/>
        </a:p>
      </dsp:txBody>
      <dsp:txXfrm>
        <a:off x="6087940" y="1350727"/>
        <a:ext cx="1606120" cy="1099476"/>
      </dsp:txXfrm>
    </dsp:sp>
    <dsp:sp modelId="{C64C606A-8B49-4D87-A43D-CA63A88136B3}">
      <dsp:nvSpPr>
        <dsp:cNvPr id="0" name=""/>
        <dsp:cNvSpPr/>
      </dsp:nvSpPr>
      <dsp:spPr>
        <a:xfrm>
          <a:off x="2139859" y="3198902"/>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240782" y="3243397"/>
        <a:ext cx="12233" cy="2449"/>
      </dsp:txXfrm>
    </dsp:sp>
    <dsp:sp modelId="{777A0E77-16B4-4E28-83D9-23DEFFDA5345}">
      <dsp:nvSpPr>
        <dsp:cNvPr id="0" name=""/>
        <dsp:cNvSpPr/>
      </dsp:nvSpPr>
      <dsp:spPr>
        <a:xfrm>
          <a:off x="535538" y="2694883"/>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Approval</a:t>
          </a:r>
          <a:endParaRPr lang="es-ES" sz="1400" b="1" kern="1200" dirty="0"/>
        </a:p>
        <a:p>
          <a:pPr lvl="0" algn="ctr" defTabSz="622300">
            <a:lnSpc>
              <a:spcPct val="90000"/>
            </a:lnSpc>
            <a:spcBef>
              <a:spcPct val="0"/>
            </a:spcBef>
            <a:spcAft>
              <a:spcPct val="35000"/>
            </a:spcAft>
          </a:pPr>
          <a:r>
            <a:rPr lang="es-ES" sz="1400" kern="1200" dirty="0" err="1" smtClean="0">
              <a:solidFill>
                <a:srgbClr val="FF0000"/>
              </a:solidFill>
            </a:rPr>
            <a:t>Puersuer</a:t>
          </a:r>
          <a:r>
            <a:rPr lang="es-ES" sz="1400" kern="1200" dirty="0" smtClean="0">
              <a:solidFill>
                <a:srgbClr val="FF0000"/>
              </a:solidFill>
            </a:rPr>
            <a:t> </a:t>
          </a:r>
          <a:r>
            <a:rPr lang="es-ES" sz="1400" kern="1200" dirty="0" err="1" smtClean="0">
              <a:solidFill>
                <a:srgbClr val="FF0000"/>
              </a:solidFill>
            </a:rPr>
            <a:t>approves</a:t>
          </a:r>
          <a:endParaRPr lang="es-ES" sz="1400" kern="1200" dirty="0"/>
        </a:p>
      </dsp:txBody>
      <dsp:txXfrm>
        <a:off x="535538" y="2694883"/>
        <a:ext cx="1606120" cy="1099476"/>
      </dsp:txXfrm>
    </dsp:sp>
    <dsp:sp modelId="{900A568A-4703-43F5-841C-F23F1695F6EC}">
      <dsp:nvSpPr>
        <dsp:cNvPr id="0" name=""/>
        <dsp:cNvSpPr/>
      </dsp:nvSpPr>
      <dsp:spPr>
        <a:xfrm>
          <a:off x="3990660" y="3198902"/>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91583" y="3243397"/>
        <a:ext cx="12233" cy="2449"/>
      </dsp:txXfrm>
    </dsp:sp>
    <dsp:sp modelId="{26555727-F8F6-4C80-B7C4-765F59F11512}">
      <dsp:nvSpPr>
        <dsp:cNvPr id="0" name=""/>
        <dsp:cNvSpPr/>
      </dsp:nvSpPr>
      <dsp:spPr>
        <a:xfrm>
          <a:off x="2386339" y="2694883"/>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solidFill>
                <a:schemeClr val="tx1"/>
              </a:solidFill>
            </a:rPr>
            <a:t>Approval</a:t>
          </a:r>
          <a:r>
            <a:rPr lang="es-ES" sz="1400" b="1" kern="1200" dirty="0" smtClean="0">
              <a:solidFill>
                <a:schemeClr val="tx1"/>
              </a:solidFill>
            </a:rPr>
            <a:t> </a:t>
          </a:r>
          <a:r>
            <a:rPr lang="es-ES" sz="1400" b="1" kern="1200" dirty="0" err="1" smtClean="0">
              <a:solidFill>
                <a:schemeClr val="tx1"/>
              </a:solidFill>
            </a:rPr>
            <a:t>Notification</a:t>
          </a:r>
          <a:endParaRPr lang="es-ES" sz="1400" b="1" kern="1200" dirty="0">
            <a:solidFill>
              <a:schemeClr val="tx1"/>
            </a:solidFill>
          </a:endParaRPr>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To</a:t>
          </a:r>
          <a:r>
            <a:rPr lang="es-ES" sz="1400" kern="1200" dirty="0" smtClean="0">
              <a:solidFill>
                <a:srgbClr val="FF0000"/>
              </a:solidFill>
            </a:rPr>
            <a:t> </a:t>
          </a:r>
          <a:r>
            <a:rPr lang="es-ES" sz="1400" kern="1200" dirty="0" err="1" smtClean="0">
              <a:solidFill>
                <a:srgbClr val="FF0000"/>
              </a:solidFill>
            </a:rPr>
            <a:t>responsible</a:t>
          </a:r>
          <a:r>
            <a:rPr lang="es-ES" sz="1400" kern="1200" dirty="0" smtClean="0">
              <a:solidFill>
                <a:srgbClr val="FF0000"/>
              </a:solidFill>
            </a:rPr>
            <a:t>)</a:t>
          </a:r>
          <a:endParaRPr lang="es-ES" sz="1400" kern="1200" dirty="0">
            <a:solidFill>
              <a:srgbClr val="FF0000"/>
            </a:solidFill>
          </a:endParaRPr>
        </a:p>
      </dsp:txBody>
      <dsp:txXfrm>
        <a:off x="2386339" y="2694883"/>
        <a:ext cx="1606120" cy="1099476"/>
      </dsp:txXfrm>
    </dsp:sp>
    <dsp:sp modelId="{9AC85EE4-6D92-4317-B6EC-338E509257A7}">
      <dsp:nvSpPr>
        <dsp:cNvPr id="0" name=""/>
        <dsp:cNvSpPr/>
      </dsp:nvSpPr>
      <dsp:spPr>
        <a:xfrm>
          <a:off x="5841460" y="3198902"/>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5942383" y="3243397"/>
        <a:ext cx="12233" cy="2449"/>
      </dsp:txXfrm>
    </dsp:sp>
    <dsp:sp modelId="{971A59DE-B411-4B3C-BBE7-5A17F4A92017}">
      <dsp:nvSpPr>
        <dsp:cNvPr id="0" name=""/>
        <dsp:cNvSpPr/>
      </dsp:nvSpPr>
      <dsp:spPr>
        <a:xfrm>
          <a:off x="4237139" y="2694883"/>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Fill</a:t>
          </a:r>
          <a:r>
            <a:rPr lang="es-ES" sz="1400" b="1" kern="1200" dirty="0" smtClean="0"/>
            <a:t> in of </a:t>
          </a:r>
          <a:r>
            <a:rPr lang="es-ES" sz="1400" b="1" kern="1200" dirty="0" err="1" smtClean="0"/>
            <a:t>the</a:t>
          </a:r>
          <a:r>
            <a:rPr lang="es-ES" sz="1400" b="1" kern="1200" dirty="0" smtClean="0"/>
            <a:t> </a:t>
          </a:r>
          <a:r>
            <a:rPr lang="es-ES" sz="1400" b="1" kern="1200" dirty="0" err="1" smtClean="0"/>
            <a:t>phase</a:t>
          </a:r>
          <a:r>
            <a:rPr lang="es-ES" sz="1400" b="1" kern="1200" dirty="0" smtClean="0"/>
            <a:t> </a:t>
          </a:r>
          <a:r>
            <a:rPr lang="es-ES" sz="1400" b="1" kern="1200" dirty="0"/>
            <a:t>7-8</a:t>
          </a:r>
        </a:p>
        <a:p>
          <a:pPr lvl="0" algn="ctr" defTabSz="622300">
            <a:lnSpc>
              <a:spcPct val="90000"/>
            </a:lnSpc>
            <a:spcBef>
              <a:spcPct val="0"/>
            </a:spcBef>
            <a:spcAft>
              <a:spcPct val="35000"/>
            </a:spcAft>
          </a:pPr>
          <a:r>
            <a:rPr lang="es-ES" sz="1400" kern="1200" dirty="0" smtClean="0"/>
            <a:t>(</a:t>
          </a:r>
          <a:r>
            <a:rPr lang="es-ES" sz="1400" kern="1200" dirty="0" err="1" smtClean="0">
              <a:solidFill>
                <a:srgbClr val="FF0000"/>
              </a:solidFill>
            </a:rPr>
            <a:t>Responsible</a:t>
          </a:r>
          <a:r>
            <a:rPr lang="es-ES" sz="1400" kern="1200" dirty="0" smtClean="0"/>
            <a:t>)</a:t>
          </a:r>
          <a:endParaRPr lang="es-ES" sz="1400" kern="1200" dirty="0"/>
        </a:p>
      </dsp:txBody>
      <dsp:txXfrm>
        <a:off x="4237139" y="2694883"/>
        <a:ext cx="1606120" cy="1099476"/>
      </dsp:txXfrm>
    </dsp:sp>
    <dsp:sp modelId="{0EA7FC06-F558-4726-B4E4-740F6D37AEC6}">
      <dsp:nvSpPr>
        <dsp:cNvPr id="0" name=""/>
        <dsp:cNvSpPr/>
      </dsp:nvSpPr>
      <dsp:spPr>
        <a:xfrm>
          <a:off x="1338598" y="3792560"/>
          <a:ext cx="5552402" cy="214079"/>
        </a:xfrm>
        <a:custGeom>
          <a:avLst/>
          <a:gdLst/>
          <a:ahLst/>
          <a:cxnLst/>
          <a:rect l="0" t="0" r="0" b="0"/>
          <a:pathLst>
            <a:path>
              <a:moveTo>
                <a:pt x="5552402" y="0"/>
              </a:moveTo>
              <a:lnTo>
                <a:pt x="5552402" y="124139"/>
              </a:lnTo>
              <a:lnTo>
                <a:pt x="0" y="124139"/>
              </a:lnTo>
              <a:lnTo>
                <a:pt x="0" y="214079"/>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3975855" y="3898375"/>
        <a:ext cx="277889" cy="2449"/>
      </dsp:txXfrm>
    </dsp:sp>
    <dsp:sp modelId="{A9A6ED20-EECE-4257-B4F1-766DE7D19BDB}">
      <dsp:nvSpPr>
        <dsp:cNvPr id="0" name=""/>
        <dsp:cNvSpPr/>
      </dsp:nvSpPr>
      <dsp:spPr>
        <a:xfrm>
          <a:off x="6087940" y="2694883"/>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Approval</a:t>
          </a:r>
          <a:r>
            <a:rPr lang="es-ES" sz="1400" b="1" kern="1200" dirty="0" smtClean="0"/>
            <a:t> </a:t>
          </a:r>
          <a:r>
            <a:rPr lang="es-ES" sz="1400" b="1" kern="1200" dirty="0" err="1" smtClean="0"/>
            <a:t>Request</a:t>
          </a:r>
          <a:endParaRPr lang="es-ES" sz="1400" b="1" kern="1200" dirty="0"/>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From</a:t>
          </a:r>
          <a:r>
            <a:rPr lang="es-ES" sz="1400" kern="1200" dirty="0" smtClean="0">
              <a:solidFill>
                <a:srgbClr val="FF0000"/>
              </a:solidFill>
            </a:rPr>
            <a:t> </a:t>
          </a:r>
          <a:r>
            <a:rPr lang="es-ES" sz="1400" kern="1200" dirty="0" err="1" smtClean="0">
              <a:solidFill>
                <a:srgbClr val="FF0000"/>
              </a:solidFill>
            </a:rPr>
            <a:t>responsible</a:t>
          </a:r>
          <a:r>
            <a:rPr lang="es-ES" sz="1400" kern="1200" dirty="0" smtClean="0">
              <a:solidFill>
                <a:srgbClr val="FF0000"/>
              </a:solidFill>
            </a:rPr>
            <a:t> </a:t>
          </a:r>
          <a:r>
            <a:rPr lang="es-ES" sz="1400" kern="1200" dirty="0" err="1" smtClean="0">
              <a:solidFill>
                <a:srgbClr val="FF0000"/>
              </a:solidFill>
            </a:rPr>
            <a:t>to</a:t>
          </a:r>
          <a:r>
            <a:rPr lang="es-ES" sz="1400" kern="1200" dirty="0" smtClean="0">
              <a:solidFill>
                <a:srgbClr val="FF0000"/>
              </a:solidFill>
            </a:rPr>
            <a:t> </a:t>
          </a:r>
          <a:r>
            <a:rPr lang="es-ES" sz="1400" kern="1200" dirty="0" err="1" smtClean="0">
              <a:solidFill>
                <a:srgbClr val="FF0000"/>
              </a:solidFill>
            </a:rPr>
            <a:t>pursuer</a:t>
          </a:r>
          <a:r>
            <a:rPr lang="es-ES" sz="1400" kern="1200" dirty="0" smtClean="0">
              <a:solidFill>
                <a:srgbClr val="FF0000"/>
              </a:solidFill>
            </a:rPr>
            <a:t>)</a:t>
          </a:r>
          <a:endParaRPr lang="es-ES" sz="1400" kern="1200" dirty="0"/>
        </a:p>
      </dsp:txBody>
      <dsp:txXfrm>
        <a:off x="6087940" y="2694883"/>
        <a:ext cx="1606120" cy="1099476"/>
      </dsp:txXfrm>
    </dsp:sp>
    <dsp:sp modelId="{9FECAA32-3975-4529-A431-1EF928D4A1F8}">
      <dsp:nvSpPr>
        <dsp:cNvPr id="0" name=""/>
        <dsp:cNvSpPr/>
      </dsp:nvSpPr>
      <dsp:spPr>
        <a:xfrm>
          <a:off x="2139859" y="4543058"/>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2240782" y="4587553"/>
        <a:ext cx="12233" cy="2449"/>
      </dsp:txXfrm>
    </dsp:sp>
    <dsp:sp modelId="{4E3DF917-13AF-4BA3-A4E3-B7E12EFF3B83}">
      <dsp:nvSpPr>
        <dsp:cNvPr id="0" name=""/>
        <dsp:cNvSpPr/>
      </dsp:nvSpPr>
      <dsp:spPr>
        <a:xfrm>
          <a:off x="535538" y="4039039"/>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Approval</a:t>
          </a:r>
          <a:endParaRPr lang="es-ES" sz="1400" b="1" kern="1200" dirty="0"/>
        </a:p>
        <a:p>
          <a:pPr lvl="0" algn="ctr" defTabSz="622300">
            <a:lnSpc>
              <a:spcPct val="90000"/>
            </a:lnSpc>
            <a:spcBef>
              <a:spcPct val="0"/>
            </a:spcBef>
            <a:spcAft>
              <a:spcPct val="35000"/>
            </a:spcAft>
          </a:pPr>
          <a:r>
            <a:rPr lang="es-ES" sz="1400" kern="1200" dirty="0" err="1" smtClean="0">
              <a:solidFill>
                <a:srgbClr val="FF0000"/>
              </a:solidFill>
            </a:rPr>
            <a:t>Puersuer</a:t>
          </a:r>
          <a:r>
            <a:rPr lang="es-ES" sz="1400" kern="1200" dirty="0" smtClean="0">
              <a:solidFill>
                <a:srgbClr val="FF0000"/>
              </a:solidFill>
            </a:rPr>
            <a:t> </a:t>
          </a:r>
          <a:r>
            <a:rPr lang="es-ES" sz="1400" kern="1200" dirty="0" err="1" smtClean="0">
              <a:solidFill>
                <a:srgbClr val="FF0000"/>
              </a:solidFill>
            </a:rPr>
            <a:t>approves</a:t>
          </a:r>
          <a:endParaRPr lang="es-ES" sz="1400" kern="1200" dirty="0"/>
        </a:p>
      </dsp:txBody>
      <dsp:txXfrm>
        <a:off x="535538" y="4039039"/>
        <a:ext cx="1606120" cy="1099476"/>
      </dsp:txXfrm>
    </dsp:sp>
    <dsp:sp modelId="{09CCF426-282B-44D4-BE6D-7D3E300923D0}">
      <dsp:nvSpPr>
        <dsp:cNvPr id="0" name=""/>
        <dsp:cNvSpPr/>
      </dsp:nvSpPr>
      <dsp:spPr>
        <a:xfrm>
          <a:off x="3990660" y="4543058"/>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4091583" y="4587553"/>
        <a:ext cx="12233" cy="2449"/>
      </dsp:txXfrm>
    </dsp:sp>
    <dsp:sp modelId="{25EC0690-599E-49AC-B287-8D1A2A6B337E}">
      <dsp:nvSpPr>
        <dsp:cNvPr id="0" name=""/>
        <dsp:cNvSpPr/>
      </dsp:nvSpPr>
      <dsp:spPr>
        <a:xfrm>
          <a:off x="2386339" y="4039039"/>
          <a:ext cx="1606120" cy="1099476"/>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solidFill>
                <a:schemeClr val="tx1"/>
              </a:solidFill>
            </a:rPr>
            <a:t>Approval</a:t>
          </a:r>
          <a:r>
            <a:rPr lang="es-ES" sz="1400" b="1" kern="1200" dirty="0" smtClean="0">
              <a:solidFill>
                <a:schemeClr val="tx1"/>
              </a:solidFill>
            </a:rPr>
            <a:t> </a:t>
          </a:r>
          <a:r>
            <a:rPr lang="es-ES" sz="1400" b="1" kern="1200" dirty="0" err="1" smtClean="0">
              <a:solidFill>
                <a:schemeClr val="tx1"/>
              </a:solidFill>
            </a:rPr>
            <a:t>Notification</a:t>
          </a:r>
          <a:endParaRPr lang="es-ES" sz="1400" b="1" kern="1200" dirty="0">
            <a:solidFill>
              <a:schemeClr val="tx1"/>
            </a:solidFill>
          </a:endParaRPr>
        </a:p>
        <a:p>
          <a:pPr lvl="0" algn="ctr" defTabSz="622300">
            <a:lnSpc>
              <a:spcPct val="90000"/>
            </a:lnSpc>
            <a:spcBef>
              <a:spcPct val="0"/>
            </a:spcBef>
            <a:spcAft>
              <a:spcPct val="35000"/>
            </a:spcAft>
          </a:pPr>
          <a:r>
            <a:rPr lang="es-ES" sz="1400" kern="1200" dirty="0" smtClean="0">
              <a:solidFill>
                <a:srgbClr val="FF0000"/>
              </a:solidFill>
            </a:rPr>
            <a:t>(</a:t>
          </a:r>
          <a:r>
            <a:rPr lang="es-ES" sz="1400" kern="1200" dirty="0" err="1" smtClean="0">
              <a:solidFill>
                <a:srgbClr val="FF0000"/>
              </a:solidFill>
            </a:rPr>
            <a:t>To</a:t>
          </a:r>
          <a:r>
            <a:rPr lang="es-ES" sz="1400" kern="1200" dirty="0" smtClean="0">
              <a:solidFill>
                <a:srgbClr val="FF0000"/>
              </a:solidFill>
            </a:rPr>
            <a:t> </a:t>
          </a:r>
          <a:r>
            <a:rPr lang="es-ES" sz="1400" kern="1200" dirty="0" err="1" smtClean="0">
              <a:solidFill>
                <a:srgbClr val="FF0000"/>
              </a:solidFill>
            </a:rPr>
            <a:t>responsible</a:t>
          </a:r>
          <a:r>
            <a:rPr lang="es-ES" sz="1400" kern="1200" dirty="0" smtClean="0">
              <a:solidFill>
                <a:srgbClr val="FF0000"/>
              </a:solidFill>
            </a:rPr>
            <a:t>)</a:t>
          </a:r>
          <a:endParaRPr lang="es-ES" sz="1400" kern="1200" dirty="0">
            <a:solidFill>
              <a:srgbClr val="FF0000"/>
            </a:solidFill>
          </a:endParaRPr>
        </a:p>
      </dsp:txBody>
      <dsp:txXfrm>
        <a:off x="2386339" y="4039039"/>
        <a:ext cx="1606120" cy="1099476"/>
      </dsp:txXfrm>
    </dsp:sp>
    <dsp:sp modelId="{F64B133A-9E39-46D2-B412-084A946463CE}">
      <dsp:nvSpPr>
        <dsp:cNvPr id="0" name=""/>
        <dsp:cNvSpPr/>
      </dsp:nvSpPr>
      <dsp:spPr>
        <a:xfrm>
          <a:off x="5841460" y="4543058"/>
          <a:ext cx="214079" cy="91440"/>
        </a:xfrm>
        <a:custGeom>
          <a:avLst/>
          <a:gdLst/>
          <a:ahLst/>
          <a:cxnLst/>
          <a:rect l="0" t="0" r="0" b="0"/>
          <a:pathLst>
            <a:path>
              <a:moveTo>
                <a:pt x="0" y="45720"/>
              </a:moveTo>
              <a:lnTo>
                <a:pt x="214079" y="45720"/>
              </a:lnTo>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ES" sz="500" kern="1200"/>
        </a:p>
      </dsp:txBody>
      <dsp:txXfrm>
        <a:off x="5942383" y="4587553"/>
        <a:ext cx="12233" cy="2449"/>
      </dsp:txXfrm>
    </dsp:sp>
    <dsp:sp modelId="{157767C9-A773-47C6-B26E-055006F3A05C}">
      <dsp:nvSpPr>
        <dsp:cNvPr id="0" name=""/>
        <dsp:cNvSpPr/>
      </dsp:nvSpPr>
      <dsp:spPr>
        <a:xfrm>
          <a:off x="4237139" y="4039039"/>
          <a:ext cx="1606120" cy="1099476"/>
        </a:xfrm>
        <a:prstGeom prst="rect">
          <a:avLst/>
        </a:prstGeom>
        <a:no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Cost</a:t>
          </a:r>
          <a:r>
            <a:rPr lang="es-ES" sz="1400" b="1" kern="1200" dirty="0" smtClean="0"/>
            <a:t> </a:t>
          </a:r>
          <a:r>
            <a:rPr lang="es-ES" sz="1400" b="1" kern="1200" dirty="0" err="1" smtClean="0"/>
            <a:t>lines</a:t>
          </a:r>
          <a:endParaRPr lang="es-ES" sz="1400" b="1" kern="1200" dirty="0"/>
        </a:p>
        <a:p>
          <a:pPr lvl="0" algn="ctr" defTabSz="622300">
            <a:lnSpc>
              <a:spcPct val="90000"/>
            </a:lnSpc>
            <a:spcBef>
              <a:spcPct val="0"/>
            </a:spcBef>
            <a:spcAft>
              <a:spcPct val="35000"/>
            </a:spcAft>
          </a:pPr>
          <a:r>
            <a:rPr lang="es-ES" sz="1400" kern="1200" dirty="0" smtClean="0">
              <a:solidFill>
                <a:srgbClr val="FF0000"/>
              </a:solidFill>
            </a:rPr>
            <a:t>(In </a:t>
          </a:r>
          <a:r>
            <a:rPr lang="es-ES" sz="1400" kern="1200" dirty="0" err="1" smtClean="0">
              <a:solidFill>
                <a:srgbClr val="FF0000"/>
              </a:solidFill>
            </a:rPr>
            <a:t>development</a:t>
          </a:r>
          <a:r>
            <a:rPr lang="es-ES" sz="1400" kern="1200" dirty="0" smtClean="0">
              <a:solidFill>
                <a:srgbClr val="FF0000"/>
              </a:solidFill>
            </a:rPr>
            <a:t>)</a:t>
          </a:r>
          <a:endParaRPr lang="es-ES" sz="1400" kern="1200" dirty="0">
            <a:solidFill>
              <a:srgbClr val="FF0000"/>
            </a:solidFill>
          </a:endParaRPr>
        </a:p>
      </dsp:txBody>
      <dsp:txXfrm>
        <a:off x="4237139" y="4039039"/>
        <a:ext cx="1606120" cy="1099476"/>
      </dsp:txXfrm>
    </dsp:sp>
    <dsp:sp modelId="{68C0D9B1-0DA4-487F-931E-D9C1FC4CA1E7}">
      <dsp:nvSpPr>
        <dsp:cNvPr id="0" name=""/>
        <dsp:cNvSpPr/>
      </dsp:nvSpPr>
      <dsp:spPr>
        <a:xfrm>
          <a:off x="6087940" y="4039039"/>
          <a:ext cx="1606120" cy="1099476"/>
        </a:xfrm>
        <a:prstGeom prst="rect">
          <a:avLst/>
        </a:prstGeom>
        <a:no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lvl="0" algn="ctr" defTabSz="622300">
            <a:lnSpc>
              <a:spcPct val="90000"/>
            </a:lnSpc>
            <a:spcBef>
              <a:spcPct val="0"/>
            </a:spcBef>
            <a:spcAft>
              <a:spcPct val="35000"/>
            </a:spcAft>
          </a:pPr>
          <a:r>
            <a:rPr lang="es-ES" sz="1400" b="1" kern="1200" dirty="0" err="1" smtClean="0"/>
            <a:t>Lessons</a:t>
          </a:r>
          <a:r>
            <a:rPr lang="es-ES" sz="1400" b="1" kern="1200" dirty="0" smtClean="0"/>
            <a:t> </a:t>
          </a:r>
          <a:r>
            <a:rPr lang="es-ES" sz="1400" b="1" kern="1200" dirty="0" err="1" smtClean="0"/>
            <a:t>Learned</a:t>
          </a:r>
          <a:endParaRPr lang="es-ES" sz="1400" b="1" kern="1200" dirty="0"/>
        </a:p>
        <a:p>
          <a:pPr lvl="0" algn="ctr" defTabSz="622300">
            <a:lnSpc>
              <a:spcPct val="90000"/>
            </a:lnSpc>
            <a:spcBef>
              <a:spcPct val="0"/>
            </a:spcBef>
            <a:spcAft>
              <a:spcPct val="35000"/>
            </a:spcAft>
          </a:pPr>
          <a:r>
            <a:rPr lang="es-ES" sz="1400" kern="1200" dirty="0" smtClean="0">
              <a:solidFill>
                <a:srgbClr val="FF0000"/>
              </a:solidFill>
            </a:rPr>
            <a:t>(In </a:t>
          </a:r>
          <a:r>
            <a:rPr lang="es-ES" sz="1400" kern="1200" dirty="0" err="1" smtClean="0">
              <a:solidFill>
                <a:srgbClr val="FF0000"/>
              </a:solidFill>
            </a:rPr>
            <a:t>development</a:t>
          </a:r>
          <a:r>
            <a:rPr lang="es-ES" sz="1400" kern="1200" dirty="0" smtClean="0">
              <a:solidFill>
                <a:srgbClr val="FF0000"/>
              </a:solidFill>
            </a:rPr>
            <a:t>)</a:t>
          </a:r>
          <a:endParaRPr lang="es-ES" sz="1400" kern="1200" dirty="0">
            <a:solidFill>
              <a:srgbClr val="FF0000"/>
            </a:solidFill>
          </a:endParaRPr>
        </a:p>
      </dsp:txBody>
      <dsp:txXfrm>
        <a:off x="6087940" y="4039039"/>
        <a:ext cx="1606120" cy="109947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8744AF-F5DE-4B27-A4DF-67349CFA6C37}" type="datetimeFigureOut">
              <a:rPr lang="es-ES" smtClean="0"/>
              <a:pPr/>
              <a:t>05/10/2015</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AB5F7A-1F2E-4D7B-9909-42CCE7C60658}" type="slidenum">
              <a:rPr lang="es-ES" smtClean="0"/>
              <a:pPr/>
              <a:t>‹Nº›</a:t>
            </a:fld>
            <a:endParaRPr lang="es-E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CDAB5F7A-1F2E-4D7B-9909-42CCE7C60658}" type="slidenum">
              <a:rPr lang="es-ES" smtClean="0"/>
              <a:pPr/>
              <a:t>29</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CDAB5F7A-1F2E-4D7B-9909-42CCE7C60658}" type="slidenum">
              <a:rPr lang="es-ES" smtClean="0"/>
              <a:pPr/>
              <a:t>82</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525963"/>
          </a:xfrm>
          <a:prstGeom prst="rect">
            <a:avLst/>
          </a:prstGeo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lIns="65306" tIns="32653" rIns="65306" bIns="32653"/>
          <a:lstStyle/>
          <a:p>
            <a:r>
              <a:rPr lang="es-ES" smtClean="0"/>
              <a:t>Haga clic para modificar el estilo de título del patrón</a:t>
            </a:r>
            <a:endParaRPr lang="es-ES"/>
          </a:p>
        </p:txBody>
      </p:sp>
      <p:sp>
        <p:nvSpPr>
          <p:cNvPr id="3" name="2 Marcador de contenido"/>
          <p:cNvSpPr>
            <a:spLocks noGrp="1"/>
          </p:cNvSpPr>
          <p:nvPr>
            <p:ph idx="1"/>
          </p:nvPr>
        </p:nvSpPr>
        <p:spPr>
          <a:xfrm>
            <a:off x="457200" y="1600201"/>
            <a:ext cx="8229600" cy="4525963"/>
          </a:xfrm>
          <a:prstGeom prst="rect">
            <a:avLst/>
          </a:prstGeom>
        </p:spPr>
        <p:txBody>
          <a:bodyPr lIns="65306" tIns="32653" rIns="65306" bIns="32653"/>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A847CFC-816F-41D0-AAC0-9BF4FEBC753E}" type="datetimeFigureOut">
              <a:rPr lang="es-ES" smtClean="0"/>
              <a:pPr/>
              <a:t>05/10/2015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 Target="../slides/slide56.xml"/><Relationship Id="rId2" Type="http://schemas.openxmlformats.org/officeDocument/2006/relationships/slideLayout" Target="../slideLayouts/slideLayout2.xml"/><Relationship Id="rId16" Type="http://schemas.openxmlformats.org/officeDocument/2006/relationships/slide" Target="../slides/slide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14" cstate="print"/>
          <a:srcRect l="15637"/>
          <a:stretch>
            <a:fillRect/>
          </a:stretch>
        </p:blipFill>
        <p:spPr bwMode="auto">
          <a:xfrm>
            <a:off x="6660232" y="404664"/>
            <a:ext cx="288032" cy="306501"/>
          </a:xfrm>
          <a:prstGeom prst="rect">
            <a:avLst/>
          </a:prstGeom>
          <a:noFill/>
          <a:ln w="9525">
            <a:noFill/>
            <a:miter lim="800000"/>
            <a:headEnd/>
            <a:tailEnd/>
          </a:ln>
        </p:spPr>
      </p:pic>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pPr/>
              <a:t>05/10/2015</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sp>
        <p:nvSpPr>
          <p:cNvPr id="7" name="Text Box 8"/>
          <p:cNvSpPr txBox="1">
            <a:spLocks noChangeArrowheads="1"/>
          </p:cNvSpPr>
          <p:nvPr userDrawn="1"/>
        </p:nvSpPr>
        <p:spPr bwMode="auto">
          <a:xfrm>
            <a:off x="1979613" y="260350"/>
            <a:ext cx="5184775" cy="355600"/>
          </a:xfrm>
          <a:prstGeom prst="rect">
            <a:avLst/>
          </a:prstGeom>
          <a:noFill/>
          <a:ln w="9525">
            <a:noFill/>
            <a:miter lim="800000"/>
            <a:headEnd/>
            <a:tailEnd/>
          </a:ln>
          <a:effectLst/>
        </p:spPr>
        <p:txBody>
          <a:bodyPr lIns="110350" tIns="55175" rIns="110350" bIns="55175">
            <a:spAutoFit/>
          </a:bodyPr>
          <a:lstStyle/>
          <a:p>
            <a:pPr defTabSz="1103313">
              <a:spcBef>
                <a:spcPct val="50000"/>
              </a:spcBef>
            </a:pPr>
            <a:endParaRPr lang="es-ES"/>
          </a:p>
        </p:txBody>
      </p:sp>
      <p:sp>
        <p:nvSpPr>
          <p:cNvPr id="8" name="Text Box 9"/>
          <p:cNvSpPr txBox="1">
            <a:spLocks noChangeArrowheads="1"/>
          </p:cNvSpPr>
          <p:nvPr userDrawn="1"/>
        </p:nvSpPr>
        <p:spPr bwMode="auto">
          <a:xfrm>
            <a:off x="1979613" y="333375"/>
            <a:ext cx="5184675" cy="419204"/>
          </a:xfrm>
          <a:prstGeom prst="rect">
            <a:avLst/>
          </a:prstGeom>
          <a:solidFill>
            <a:srgbClr val="FF9900">
              <a:alpha val="3000"/>
            </a:srgbClr>
          </a:solidFill>
          <a:ln w="15875">
            <a:solidFill>
              <a:schemeClr val="tx1"/>
            </a:solidFill>
            <a:miter lim="800000"/>
            <a:headEnd/>
            <a:tailEnd/>
          </a:ln>
          <a:effectLst/>
        </p:spPr>
        <p:txBody>
          <a:bodyPr wrap="square" lIns="110350" tIns="55175" rIns="110350" bIns="55175">
            <a:spAutoFit/>
          </a:bodyPr>
          <a:lstStyle/>
          <a:p>
            <a:pPr algn="ctr" defTabSz="1103313">
              <a:spcBef>
                <a:spcPct val="50000"/>
              </a:spcBef>
            </a:pPr>
            <a:r>
              <a:rPr lang="es-ES" sz="2000" dirty="0" smtClean="0"/>
              <a:t>GERTAKARIAK MANUAL</a:t>
            </a:r>
            <a:endParaRPr lang="es-ES" sz="2000" dirty="0"/>
          </a:p>
        </p:txBody>
      </p:sp>
      <p:pic>
        <p:nvPicPr>
          <p:cNvPr id="9" name="Picture 11"/>
          <p:cNvPicPr>
            <a:picLocks noChangeAspect="1" noChangeArrowheads="1"/>
          </p:cNvPicPr>
          <p:nvPr userDrawn="1"/>
        </p:nvPicPr>
        <p:blipFill>
          <a:blip r:embed="rId15" cstate="print"/>
          <a:srcRect/>
          <a:stretch>
            <a:fillRect/>
          </a:stretch>
        </p:blipFill>
        <p:spPr bwMode="auto">
          <a:xfrm>
            <a:off x="323850" y="115888"/>
            <a:ext cx="1657350" cy="676275"/>
          </a:xfrm>
          <a:prstGeom prst="rect">
            <a:avLst/>
          </a:prstGeom>
          <a:noFill/>
        </p:spPr>
      </p:pic>
      <p:sp>
        <p:nvSpPr>
          <p:cNvPr id="11" name="10 CuadroTexto"/>
          <p:cNvSpPr txBox="1"/>
          <p:nvPr userDrawn="1"/>
        </p:nvSpPr>
        <p:spPr>
          <a:xfrm>
            <a:off x="7092280" y="188640"/>
            <a:ext cx="648072" cy="692468"/>
          </a:xfrm>
          <a:prstGeom prst="flowChartConnector">
            <a:avLst/>
          </a:prstGeom>
          <a:noFill/>
          <a:ln w="19050">
            <a:noFill/>
          </a:ln>
        </p:spPr>
        <p:txBody>
          <a:bodyPr wrap="square" rtlCol="0">
            <a:spAutoFit/>
          </a:bodyPr>
          <a:lstStyle/>
          <a:p>
            <a:r>
              <a:rPr lang="es-ES" sz="1300" dirty="0" smtClean="0">
                <a:hlinkClick r:id="rId16" action="ppaction://hlinksldjump"/>
              </a:rPr>
              <a:t>SP</a:t>
            </a:r>
            <a:endParaRPr lang="es-ES" sz="1300" dirty="0" smtClean="0"/>
          </a:p>
          <a:p>
            <a:r>
              <a:rPr lang="es-ES" sz="1300" dirty="0" smtClean="0">
                <a:hlinkClick r:id="rId17" action="ppaction://hlinksldjump"/>
              </a:rPr>
              <a:t>EN</a:t>
            </a:r>
            <a:endParaRPr lang="es-ES" sz="13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6.xml"/><Relationship Id="rId13" Type="http://schemas.openxmlformats.org/officeDocument/2006/relationships/slide" Target="slide53.xml"/><Relationship Id="rId3" Type="http://schemas.openxmlformats.org/officeDocument/2006/relationships/slide" Target="slide4.xml"/><Relationship Id="rId7" Type="http://schemas.openxmlformats.org/officeDocument/2006/relationships/slide" Target="slide30.xml"/><Relationship Id="rId12" Type="http://schemas.openxmlformats.org/officeDocument/2006/relationships/slide" Target="slide50.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21.xml"/><Relationship Id="rId11" Type="http://schemas.openxmlformats.org/officeDocument/2006/relationships/slide" Target="slide47.xml"/><Relationship Id="rId5" Type="http://schemas.openxmlformats.org/officeDocument/2006/relationships/slide" Target="slide13.xml"/><Relationship Id="rId10" Type="http://schemas.openxmlformats.org/officeDocument/2006/relationships/slide" Target="slide45.xml"/><Relationship Id="rId4" Type="http://schemas.openxmlformats.org/officeDocument/2006/relationships/slide" Target="slide10.xml"/><Relationship Id="rId9" Type="http://schemas.openxmlformats.org/officeDocument/2006/relationships/slide" Target="slide4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jpeg"/><Relationship Id="rId21" Type="http://schemas.openxmlformats.org/officeDocument/2006/relationships/image" Target="../media/image23.png"/><Relationship Id="rId7" Type="http://schemas.openxmlformats.org/officeDocument/2006/relationships/image" Target="../media/image9.jpe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image" Target="../media/image3.png"/><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8.jpeg"/><Relationship Id="rId11" Type="http://schemas.openxmlformats.org/officeDocument/2006/relationships/image" Target="../media/image13.png"/><Relationship Id="rId5" Type="http://schemas.openxmlformats.org/officeDocument/2006/relationships/image" Target="../media/image7.jpe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jpeg"/><Relationship Id="rId9" Type="http://schemas.openxmlformats.org/officeDocument/2006/relationships/image" Target="../media/image11.png"/><Relationship Id="rId1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image" Target="../media/image76.png"/></Relationships>
</file>

<file path=ppt/slides/_rels/slide5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slide" Target="slide89.xml"/><Relationship Id="rId13" Type="http://schemas.openxmlformats.org/officeDocument/2006/relationships/slide" Target="slide106.xml"/><Relationship Id="rId3" Type="http://schemas.openxmlformats.org/officeDocument/2006/relationships/slide" Target="slide57.xml"/><Relationship Id="rId7" Type="http://schemas.openxmlformats.org/officeDocument/2006/relationships/slide" Target="slide83.xml"/><Relationship Id="rId12" Type="http://schemas.openxmlformats.org/officeDocument/2006/relationships/slide" Target="slide10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74.xml"/><Relationship Id="rId11" Type="http://schemas.openxmlformats.org/officeDocument/2006/relationships/slide" Target="slide100.xml"/><Relationship Id="rId5" Type="http://schemas.openxmlformats.org/officeDocument/2006/relationships/slide" Target="slide66.xml"/><Relationship Id="rId10" Type="http://schemas.openxmlformats.org/officeDocument/2006/relationships/slide" Target="slide99.xml"/><Relationship Id="rId4" Type="http://schemas.openxmlformats.org/officeDocument/2006/relationships/slide" Target="slide63.xml"/><Relationship Id="rId9" Type="http://schemas.openxmlformats.org/officeDocument/2006/relationships/slide" Target="slide96.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1.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png"/><Relationship Id="rId18" Type="http://schemas.openxmlformats.org/officeDocument/2006/relationships/image" Target="../media/image21.png"/><Relationship Id="rId3" Type="http://schemas.openxmlformats.org/officeDocument/2006/relationships/image" Target="../media/image5.jpeg"/><Relationship Id="rId7" Type="http://schemas.openxmlformats.org/officeDocument/2006/relationships/image" Target="../media/image9.jpeg"/><Relationship Id="rId12" Type="http://schemas.openxmlformats.org/officeDocument/2006/relationships/image" Target="../media/image14.png"/><Relationship Id="rId17" Type="http://schemas.openxmlformats.org/officeDocument/2006/relationships/image" Target="../media/image20.png"/><Relationship Id="rId2" Type="http://schemas.openxmlformats.org/officeDocument/2006/relationships/image" Target="../media/image3.pn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8.jpeg"/><Relationship Id="rId11" Type="http://schemas.openxmlformats.org/officeDocument/2006/relationships/image" Target="../media/image13.png"/><Relationship Id="rId5" Type="http://schemas.openxmlformats.org/officeDocument/2006/relationships/image" Target="../media/image7.jpe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2.png"/><Relationship Id="rId4" Type="http://schemas.openxmlformats.org/officeDocument/2006/relationships/image" Target="../media/image6.jpeg"/><Relationship Id="rId9" Type="http://schemas.openxmlformats.org/officeDocument/2006/relationships/image" Target="../media/image11.png"/><Relationship Id="rId14" Type="http://schemas.openxmlformats.org/officeDocument/2006/relationships/image" Target="../media/image16.png"/></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7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83.png"/><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33.png"/></Relationships>
</file>

<file path=ppt/slides/_rels/slide7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97.png"/></Relationships>
</file>

<file path=ppt/slides/_rels/slide8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8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9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9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9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 Id="rId5" Type="http://schemas.openxmlformats.org/officeDocument/2006/relationships/image" Target="../media/image76.png"/><Relationship Id="rId4" Type="http://schemas.openxmlformats.org/officeDocument/2006/relationships/image" Target="../media/image77.png"/></Relationships>
</file>

<file path=ppt/slides/_rels/slide10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5" name="4 CuadroTexto"/>
          <p:cNvSpPr txBox="1"/>
          <p:nvPr/>
        </p:nvSpPr>
        <p:spPr>
          <a:xfrm>
            <a:off x="1259632" y="2060848"/>
            <a:ext cx="7560840" cy="2677656"/>
          </a:xfrm>
          <a:prstGeom prst="rect">
            <a:avLst/>
          </a:prstGeom>
          <a:noFill/>
        </p:spPr>
        <p:txBody>
          <a:bodyPr wrap="square" rtlCol="0">
            <a:spAutoFit/>
          </a:bodyPr>
          <a:lstStyle/>
          <a:p>
            <a:r>
              <a:rPr lang="es-ES" sz="7200" dirty="0" smtClean="0"/>
              <a:t>GERTAKARIAK:</a:t>
            </a:r>
          </a:p>
          <a:p>
            <a:pPr lvl="1">
              <a:buFont typeface="Arial" pitchFamily="34" charset="0"/>
              <a:buChar char="•"/>
            </a:pPr>
            <a:r>
              <a:rPr lang="es-ES" sz="4800" dirty="0" smtClean="0"/>
              <a:t>MANUAL DE USUARIO</a:t>
            </a:r>
          </a:p>
          <a:p>
            <a:pPr lvl="1">
              <a:buFont typeface="Arial" pitchFamily="34" charset="0"/>
              <a:buChar char="•"/>
            </a:pPr>
            <a:r>
              <a:rPr lang="es-ES" sz="4800" dirty="0" smtClean="0"/>
              <a:t>USERMANUAL</a:t>
            </a:r>
            <a:endParaRPr lang="es-ES"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b="1545"/>
          <a:stretch>
            <a:fillRect/>
          </a:stretch>
        </p:blipFill>
        <p:spPr bwMode="auto">
          <a:xfrm>
            <a:off x="107504" y="908720"/>
            <a:ext cx="8928992" cy="5400600"/>
          </a:xfrm>
          <a:prstGeom prst="rect">
            <a:avLst/>
          </a:prstGeom>
          <a:noFill/>
          <a:ln w="9525">
            <a:noFill/>
            <a:miter lim="800000"/>
            <a:headEnd/>
            <a:tailEnd/>
          </a:ln>
        </p:spPr>
      </p:pic>
      <p:sp>
        <p:nvSpPr>
          <p:cNvPr id="5" name="4 Elipse"/>
          <p:cNvSpPr/>
          <p:nvPr/>
        </p:nvSpPr>
        <p:spPr>
          <a:xfrm>
            <a:off x="5652120" y="1844824"/>
            <a:ext cx="1296144" cy="79208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2" name="1 Título"/>
          <p:cNvSpPr>
            <a:spLocks noGrp="1"/>
          </p:cNvSpPr>
          <p:nvPr>
            <p:ph type="title" idx="4294967295"/>
          </p:nvPr>
        </p:nvSpPr>
        <p:spPr>
          <a:xfrm>
            <a:off x="323528" y="836712"/>
            <a:ext cx="8229600" cy="580926"/>
          </a:xfrm>
          <a:prstGeom prst="rect">
            <a:avLst/>
          </a:prstGeom>
        </p:spPr>
        <p:txBody>
          <a:bodyPr/>
          <a:lstStyle/>
          <a:p>
            <a:r>
              <a:rPr lang="es-ES" sz="4000" u="sng" dirty="0" smtClean="0"/>
              <a:t>ÍNDICE</a:t>
            </a:r>
            <a:endParaRPr lang="es-ES" sz="4000" u="sng" dirty="0"/>
          </a:p>
        </p:txBody>
      </p:sp>
      <p:sp>
        <p:nvSpPr>
          <p:cNvPr id="3" name="2 Marcador de contenido"/>
          <p:cNvSpPr>
            <a:spLocks noGrp="1"/>
          </p:cNvSpPr>
          <p:nvPr>
            <p:ph idx="1"/>
          </p:nvPr>
        </p:nvSpPr>
        <p:spPr/>
        <p:txBody>
          <a:bodyPr/>
          <a:lstStyle/>
          <a:p>
            <a:pPr marL="457200" indent="-457200">
              <a:buFont typeface="+mj-lt"/>
              <a:buAutoNum type="arabicPeriod"/>
            </a:pPr>
            <a:r>
              <a:rPr lang="es-ES" sz="2400" dirty="0" smtClean="0">
                <a:hlinkClick r:id="rId3" action="ppaction://hlinksldjump"/>
              </a:rPr>
              <a:t>Conceptos Generales</a:t>
            </a:r>
            <a:endParaRPr lang="es-ES" sz="2400" dirty="0" smtClean="0"/>
          </a:p>
          <a:p>
            <a:pPr marL="457200" indent="-457200">
              <a:buFont typeface="+mj-lt"/>
              <a:buAutoNum type="arabicPeriod"/>
            </a:pPr>
            <a:r>
              <a:rPr lang="es-ES" sz="2400" dirty="0" smtClean="0">
                <a:hlinkClick r:id="rId4" action="ppaction://hlinksldjump"/>
              </a:rPr>
              <a:t>Diagrama de flujo aplicación</a:t>
            </a:r>
            <a:endParaRPr lang="es-ES" sz="2400" dirty="0" smtClean="0"/>
          </a:p>
          <a:p>
            <a:pPr marL="457200" indent="-457200">
              <a:buFont typeface="+mj-lt"/>
              <a:buAutoNum type="arabicPeriod"/>
            </a:pPr>
            <a:r>
              <a:rPr lang="es-ES" sz="2400" dirty="0" smtClean="0">
                <a:hlinkClick r:id="rId5" action="ppaction://hlinksldjump"/>
              </a:rPr>
              <a:t>Etapa 1: Crear NC </a:t>
            </a:r>
            <a:endParaRPr lang="es-ES" sz="2400" dirty="0" smtClean="0"/>
          </a:p>
          <a:p>
            <a:pPr marL="457200" indent="-457200">
              <a:buFont typeface="+mj-lt"/>
              <a:buAutoNum type="arabicPeriod"/>
            </a:pPr>
            <a:r>
              <a:rPr lang="es-ES" sz="2400" dirty="0" smtClean="0">
                <a:hlinkClick r:id="rId6" action="ppaction://hlinksldjump"/>
              </a:rPr>
              <a:t>Etapa 2-4: Primer Análisis del Problema</a:t>
            </a:r>
            <a:endParaRPr lang="es-ES" sz="2400" dirty="0" smtClean="0"/>
          </a:p>
          <a:p>
            <a:pPr marL="457200" indent="-457200">
              <a:buFont typeface="+mj-lt"/>
              <a:buAutoNum type="arabicPeriod"/>
            </a:pPr>
            <a:r>
              <a:rPr lang="es-ES" sz="2400" dirty="0" smtClean="0">
                <a:hlinkClick r:id="rId7" action="ppaction://hlinksldjump"/>
              </a:rPr>
              <a:t>Etapa 5-6: Análisis Final</a:t>
            </a:r>
            <a:endParaRPr lang="es-ES" sz="2400" dirty="0" smtClean="0"/>
          </a:p>
          <a:p>
            <a:pPr marL="457200" indent="-457200">
              <a:buFont typeface="+mj-lt"/>
              <a:buAutoNum type="arabicPeriod"/>
            </a:pPr>
            <a:r>
              <a:rPr lang="es-ES" sz="2400" dirty="0" smtClean="0">
                <a:hlinkClick r:id="rId8" action="ppaction://hlinksldjump"/>
              </a:rPr>
              <a:t>Etapa 7-8: Seguimiento NC</a:t>
            </a:r>
            <a:endParaRPr lang="es-ES" sz="2400" dirty="0" smtClean="0"/>
          </a:p>
          <a:p>
            <a:pPr marL="457200" indent="-457200">
              <a:buFont typeface="+mj-lt"/>
              <a:buAutoNum type="arabicPeriod"/>
            </a:pPr>
            <a:r>
              <a:rPr lang="es-ES" sz="2400" dirty="0" smtClean="0">
                <a:hlinkClick r:id="rId9" action="ppaction://hlinksldjump"/>
              </a:rPr>
              <a:t>Documentos Adjuntos</a:t>
            </a:r>
            <a:endParaRPr lang="es-ES" sz="2400" dirty="0" smtClean="0"/>
          </a:p>
          <a:p>
            <a:pPr marL="457200" indent="-457200">
              <a:buFont typeface="+mj-lt"/>
              <a:buAutoNum type="arabicPeriod"/>
            </a:pPr>
            <a:r>
              <a:rPr lang="es-ES" sz="2400" dirty="0" smtClean="0">
                <a:hlinkClick r:id="rId10" action="ppaction://hlinksldjump"/>
              </a:rPr>
              <a:t>Líneas de coste</a:t>
            </a:r>
            <a:endParaRPr lang="es-ES" sz="2400" dirty="0" smtClean="0"/>
          </a:p>
          <a:p>
            <a:pPr marL="457200" indent="-457200">
              <a:buFont typeface="+mj-lt"/>
              <a:buAutoNum type="arabicPeriod"/>
            </a:pPr>
            <a:r>
              <a:rPr lang="es-ES" sz="2400" dirty="0" smtClean="0">
                <a:hlinkClick r:id="rId11" action="ppaction://hlinksldjump"/>
              </a:rPr>
              <a:t>Lecciones Aprendidas</a:t>
            </a:r>
            <a:endParaRPr lang="es-ES" sz="2400" dirty="0" smtClean="0"/>
          </a:p>
          <a:p>
            <a:pPr marL="457200" indent="-457200">
              <a:buFont typeface="+mj-lt"/>
              <a:buAutoNum type="arabicPeriod"/>
            </a:pPr>
            <a:r>
              <a:rPr lang="es-ES" sz="2400" dirty="0" smtClean="0">
                <a:hlinkClick r:id="rId12" action="ppaction://hlinksldjump"/>
              </a:rPr>
              <a:t>Seguimiento reclamaciones</a:t>
            </a:r>
            <a:endParaRPr lang="es-ES" sz="2400" dirty="0" smtClean="0"/>
          </a:p>
          <a:p>
            <a:pPr marL="457200" indent="-457200">
              <a:buFont typeface="+mj-lt"/>
              <a:buAutoNum type="arabicPeriod"/>
            </a:pPr>
            <a:r>
              <a:rPr lang="es-ES" sz="2400" dirty="0" smtClean="0">
                <a:hlinkClick r:id="rId13" action="ppaction://hlinksldjump"/>
              </a:rPr>
              <a:t>Resumen 8D</a:t>
            </a:r>
            <a:endParaRPr lang="es-ES" sz="24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0" y="2996952"/>
            <a:ext cx="9144000" cy="532656"/>
          </a:xfrm>
        </p:spPr>
        <p:txBody>
          <a:bodyPr/>
          <a:lstStyle/>
          <a:p>
            <a:pPr algn="ctr">
              <a:buNone/>
            </a:pPr>
            <a:r>
              <a:rPr lang="es-ES" dirty="0" smtClean="0"/>
              <a:t>1. CONCEPTOS GENERALES</a:t>
            </a:r>
            <a:endParaRPr lang="es-E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67544" y="1412776"/>
            <a:ext cx="8229600" cy="4525963"/>
          </a:xfrm>
        </p:spPr>
        <p:txBody>
          <a:bodyPr/>
          <a:lstStyle/>
          <a:p>
            <a:pPr>
              <a:lnSpc>
                <a:spcPct val="150000"/>
              </a:lnSpc>
            </a:pPr>
            <a:r>
              <a:rPr lang="es-ES" sz="1800" dirty="0" smtClean="0"/>
              <a:t>En la aplicación </a:t>
            </a:r>
            <a:r>
              <a:rPr lang="es-ES" sz="1800" dirty="0" err="1" smtClean="0"/>
              <a:t>Gertakariak</a:t>
            </a:r>
            <a:r>
              <a:rPr lang="es-ES" sz="1800" dirty="0" smtClean="0"/>
              <a:t>, se diferencian </a:t>
            </a:r>
            <a:r>
              <a:rPr lang="es-ES" sz="1800" b="1" dirty="0" smtClean="0"/>
              <a:t>2 permisos </a:t>
            </a:r>
            <a:r>
              <a:rPr lang="es-ES" sz="1800" dirty="0" smtClean="0"/>
              <a:t>diferentes:</a:t>
            </a:r>
          </a:p>
          <a:p>
            <a:pPr marL="800100" lvl="1" indent="-342900">
              <a:lnSpc>
                <a:spcPct val="150000"/>
              </a:lnSpc>
              <a:buFont typeface="+mj-lt"/>
              <a:buAutoNum type="alphaLcParenR"/>
            </a:pPr>
            <a:r>
              <a:rPr lang="es-ES" sz="1800" b="1" dirty="0" smtClean="0"/>
              <a:t>Administrador:</a:t>
            </a:r>
            <a:r>
              <a:rPr lang="es-ES" sz="1800" dirty="0" smtClean="0"/>
              <a:t> Puede ocupar los 3 roles y gestionar usuarios. Ven todas las NC.</a:t>
            </a:r>
          </a:p>
          <a:p>
            <a:pPr marL="800100" lvl="1" indent="-342900">
              <a:lnSpc>
                <a:spcPct val="150000"/>
              </a:lnSpc>
              <a:buFont typeface="+mj-lt"/>
              <a:buAutoNum type="alphaLcParenR"/>
            </a:pPr>
            <a:r>
              <a:rPr lang="es-ES" sz="1800" b="1" dirty="0" smtClean="0"/>
              <a:t>Gestor:</a:t>
            </a:r>
            <a:r>
              <a:rPr lang="es-ES" sz="1800" dirty="0" smtClean="0"/>
              <a:t> Pueden ocupar los tres roles pero no gestionen usuarios. Sólo ven sus NC.</a:t>
            </a:r>
          </a:p>
          <a:p>
            <a:pPr>
              <a:lnSpc>
                <a:spcPct val="150000"/>
              </a:lnSpc>
            </a:pPr>
            <a:r>
              <a:rPr lang="es-ES" sz="1800" b="1" dirty="0" smtClean="0"/>
              <a:t>Cualquier persona/proveedor </a:t>
            </a:r>
            <a:r>
              <a:rPr lang="es-ES" sz="1800" dirty="0" smtClean="0"/>
              <a:t>que esté dado de alta en el sistema, aunque no lo esté en la aplicación puede ocupar el rol de responsable</a:t>
            </a:r>
            <a:endParaRPr lang="es-ES" sz="1800" dirty="0"/>
          </a:p>
        </p:txBody>
      </p:sp>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1.1 Permisos aplicación (Dar de alta a un usuario según el rol que vaya a cumplir)</a:t>
            </a:r>
            <a:endParaRPr lang="es-ES" sz="18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57200" y="1196752"/>
            <a:ext cx="8229600" cy="5328592"/>
          </a:xfrm>
        </p:spPr>
        <p:txBody>
          <a:bodyPr/>
          <a:lstStyle/>
          <a:p>
            <a:r>
              <a:rPr lang="es-ES" sz="1800" dirty="0" smtClean="0"/>
              <a:t>En la gestión de No Conformidades mediante </a:t>
            </a:r>
            <a:r>
              <a:rPr lang="es-ES" sz="1800" dirty="0" err="1" smtClean="0"/>
              <a:t>Gertakariak</a:t>
            </a:r>
            <a:r>
              <a:rPr lang="es-ES" sz="1800" dirty="0" smtClean="0"/>
              <a:t>, se diferencian </a:t>
            </a:r>
            <a:r>
              <a:rPr lang="es-ES" sz="1800" b="1" dirty="0" smtClean="0"/>
              <a:t>3 roles </a:t>
            </a:r>
            <a:r>
              <a:rPr lang="es-ES" sz="1800" dirty="0" smtClean="0"/>
              <a:t>diferentes:</a:t>
            </a:r>
          </a:p>
          <a:p>
            <a:pPr marL="800100" lvl="1" indent="-342900">
              <a:lnSpc>
                <a:spcPct val="150000"/>
              </a:lnSpc>
              <a:buFont typeface="+mj-lt"/>
              <a:buAutoNum type="alphaLcParenR"/>
            </a:pPr>
            <a:r>
              <a:rPr lang="es-ES" sz="1800" b="1" dirty="0" smtClean="0"/>
              <a:t>Creador:</a:t>
            </a:r>
            <a:r>
              <a:rPr lang="es-ES" sz="1800" dirty="0" smtClean="0"/>
              <a:t> encargado de crear la No Conformidad y notificársela al responsable y perseguidor. Hace seguimiento de la misma sin formar parte, solo puede editar la primera fase. Puede adjuntar archivos.</a:t>
            </a:r>
          </a:p>
          <a:p>
            <a:pPr marL="800100" lvl="1" indent="-342900">
              <a:lnSpc>
                <a:spcPct val="150000"/>
              </a:lnSpc>
              <a:buFont typeface="+mj-lt"/>
              <a:buAutoNum type="alphaLcParenR"/>
            </a:pPr>
            <a:r>
              <a:rPr lang="es-ES" sz="1800" b="1" dirty="0" smtClean="0"/>
              <a:t>Perseguidor:</a:t>
            </a:r>
            <a:r>
              <a:rPr lang="es-ES" sz="1800" dirty="0" smtClean="0"/>
              <a:t> es quien gestiona la NC. Encargado de aprobar o desaprobar las diferentes fases desarrolladas por el responsable. Tiene acceso a todos los campos y tiene todas opciones disponibles. Puede adjuntar archivos.</a:t>
            </a:r>
          </a:p>
          <a:p>
            <a:pPr marL="800100" lvl="1" indent="-342900">
              <a:lnSpc>
                <a:spcPct val="150000"/>
              </a:lnSpc>
              <a:buFont typeface="+mj-lt"/>
              <a:buAutoNum type="alphaLcParenR"/>
            </a:pPr>
            <a:r>
              <a:rPr lang="es-ES" sz="1800" b="1" dirty="0" smtClean="0"/>
              <a:t>Responsable:</a:t>
            </a:r>
            <a:r>
              <a:rPr lang="es-ES" sz="1800" dirty="0" smtClean="0"/>
              <a:t> Encargado de desarrollar y cumplimentar las diferentes fases del 8D. Puede adjuntar archivos.</a:t>
            </a:r>
          </a:p>
          <a:p>
            <a:pPr marL="800100" lvl="1" indent="-342900">
              <a:lnSpc>
                <a:spcPct val="150000"/>
              </a:lnSpc>
              <a:buFont typeface="+mj-lt"/>
              <a:buAutoNum type="alphaLcParenR"/>
            </a:pPr>
            <a:endParaRPr lang="es-ES" sz="1800" dirty="0" smtClean="0"/>
          </a:p>
          <a:p>
            <a:pPr marL="354013" lvl="1" indent="0">
              <a:buNone/>
            </a:pPr>
            <a:r>
              <a:rPr lang="es-ES" sz="1800" u="sng" dirty="0" smtClean="0"/>
              <a:t>NOTA</a:t>
            </a:r>
            <a:r>
              <a:rPr lang="es-ES" sz="1800" dirty="0" smtClean="0"/>
              <a:t>: Un mismo usuario puede ocupar más de un rol a la vez, dependiendo de cual vaya a ser su función.</a:t>
            </a:r>
          </a:p>
        </p:txBody>
      </p:sp>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1.2 Roles aplicación (funciones que cumplen los diferentes roles)</a:t>
            </a:r>
            <a:endParaRPr lang="es-ES" sz="1800" b="1"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nvGraphicFramePr>
        <p:xfrm>
          <a:off x="395536" y="1628800"/>
          <a:ext cx="4536504" cy="36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10 CuadroTexto"/>
          <p:cNvSpPr txBox="1"/>
          <p:nvPr/>
        </p:nvSpPr>
        <p:spPr>
          <a:xfrm>
            <a:off x="4499992" y="2708920"/>
            <a:ext cx="1697331" cy="340753"/>
          </a:xfrm>
          <a:prstGeom prst="rect">
            <a:avLst/>
          </a:prstGeom>
          <a:noFill/>
          <a:ln>
            <a:solidFill>
              <a:schemeClr val="tx1"/>
            </a:solidFill>
          </a:ln>
        </p:spPr>
        <p:txBody>
          <a:bodyPr wrap="square" lIns="65306" tIns="32653" rIns="65306" bIns="32653" rtlCol="0">
            <a:spAutoFit/>
          </a:bodyPr>
          <a:lstStyle/>
          <a:p>
            <a:r>
              <a:rPr lang="es-ES" dirty="0" smtClean="0"/>
              <a:t>PERSEGUIDORES</a:t>
            </a:r>
            <a:endParaRPr lang="es-ES" dirty="0"/>
          </a:p>
        </p:txBody>
      </p:sp>
      <p:sp>
        <p:nvSpPr>
          <p:cNvPr id="12" name="11 CuadroTexto"/>
          <p:cNvSpPr txBox="1"/>
          <p:nvPr/>
        </p:nvSpPr>
        <p:spPr>
          <a:xfrm>
            <a:off x="4644008" y="3212976"/>
            <a:ext cx="1337291" cy="340753"/>
          </a:xfrm>
          <a:prstGeom prst="rect">
            <a:avLst/>
          </a:prstGeom>
          <a:noFill/>
          <a:ln>
            <a:solidFill>
              <a:schemeClr val="tx1"/>
            </a:solidFill>
          </a:ln>
        </p:spPr>
        <p:txBody>
          <a:bodyPr wrap="square" lIns="65306" tIns="32653" rIns="65306" bIns="32653" rtlCol="0">
            <a:spAutoFit/>
          </a:bodyPr>
          <a:lstStyle/>
          <a:p>
            <a:r>
              <a:rPr lang="es-ES" dirty="0" smtClean="0"/>
              <a:t>CREADORES</a:t>
            </a:r>
            <a:endParaRPr lang="es-ES" dirty="0"/>
          </a:p>
        </p:txBody>
      </p:sp>
      <p:cxnSp>
        <p:nvCxnSpPr>
          <p:cNvPr id="14" name="13 Conector recto de flecha"/>
          <p:cNvCxnSpPr>
            <a:endCxn id="11" idx="1"/>
          </p:cNvCxnSpPr>
          <p:nvPr/>
        </p:nvCxnSpPr>
        <p:spPr>
          <a:xfrm flipV="1">
            <a:off x="3923928" y="2879297"/>
            <a:ext cx="576064" cy="6937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a:endCxn id="12" idx="1"/>
          </p:cNvCxnSpPr>
          <p:nvPr/>
        </p:nvCxnSpPr>
        <p:spPr>
          <a:xfrm flipV="1">
            <a:off x="3923928" y="3383353"/>
            <a:ext cx="720080" cy="1896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5220072" y="5301208"/>
            <a:ext cx="3600400" cy="1165154"/>
          </a:xfrm>
          <a:prstGeom prst="rect">
            <a:avLst/>
          </a:prstGeom>
          <a:noFill/>
          <a:ln w="28575">
            <a:solidFill>
              <a:schemeClr val="tx1"/>
            </a:solidFill>
          </a:ln>
        </p:spPr>
        <p:txBody>
          <a:bodyPr wrap="square" lIns="65306" tIns="32653" rIns="65306" bIns="32653" rtlCol="0">
            <a:spAutoFit/>
          </a:bodyPr>
          <a:lstStyle/>
          <a:p>
            <a:pPr algn="just"/>
            <a:r>
              <a:rPr lang="es-ES" dirty="0" smtClean="0"/>
              <a:t>LAS FUNCIONES EN LA APLICACIÓN DEPENDERAN UNICAMENTE DEL ROL ASIGNADO EN ESA NC, NO DEL TIPO DE USUARIO DIRECTAMENTE.</a:t>
            </a:r>
            <a:endParaRPr lang="es-ES" dirty="0"/>
          </a:p>
        </p:txBody>
      </p:sp>
      <p:sp>
        <p:nvSpPr>
          <p:cNvPr id="18" name="17 CuadroTexto"/>
          <p:cNvSpPr txBox="1"/>
          <p:nvPr/>
        </p:nvSpPr>
        <p:spPr>
          <a:xfrm>
            <a:off x="4572000" y="3789040"/>
            <a:ext cx="1656184" cy="342943"/>
          </a:xfrm>
          <a:prstGeom prst="rect">
            <a:avLst/>
          </a:prstGeom>
          <a:noFill/>
          <a:ln>
            <a:solidFill>
              <a:schemeClr val="tx1"/>
            </a:solidFill>
          </a:ln>
        </p:spPr>
        <p:txBody>
          <a:bodyPr wrap="square" lIns="65306" tIns="32653" rIns="65306" bIns="32653" rtlCol="0">
            <a:spAutoFit/>
          </a:bodyPr>
          <a:lstStyle/>
          <a:p>
            <a:r>
              <a:rPr lang="es-ES" dirty="0" smtClean="0"/>
              <a:t>RESPONSABLES</a:t>
            </a:r>
            <a:endParaRPr lang="es-ES" dirty="0"/>
          </a:p>
        </p:txBody>
      </p:sp>
      <p:cxnSp>
        <p:nvCxnSpPr>
          <p:cNvPr id="22" name="21 Conector recto de flecha"/>
          <p:cNvCxnSpPr>
            <a:endCxn id="18" idx="1"/>
          </p:cNvCxnSpPr>
          <p:nvPr/>
        </p:nvCxnSpPr>
        <p:spPr>
          <a:xfrm>
            <a:off x="3923928" y="3573016"/>
            <a:ext cx="648072" cy="3874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22 CuadroTexto"/>
          <p:cNvSpPr txBox="1"/>
          <p:nvPr/>
        </p:nvSpPr>
        <p:spPr>
          <a:xfrm>
            <a:off x="3563888" y="1196752"/>
            <a:ext cx="1697331" cy="340753"/>
          </a:xfrm>
          <a:prstGeom prst="rect">
            <a:avLst/>
          </a:prstGeom>
          <a:noFill/>
          <a:ln>
            <a:solidFill>
              <a:schemeClr val="tx1"/>
            </a:solidFill>
          </a:ln>
        </p:spPr>
        <p:txBody>
          <a:bodyPr wrap="square" lIns="65306" tIns="32653" rIns="65306" bIns="32653" rtlCol="0">
            <a:spAutoFit/>
          </a:bodyPr>
          <a:lstStyle/>
          <a:p>
            <a:r>
              <a:rPr lang="es-ES" dirty="0" smtClean="0"/>
              <a:t>PERSEGUIDORES</a:t>
            </a:r>
            <a:endParaRPr lang="es-ES" dirty="0"/>
          </a:p>
        </p:txBody>
      </p:sp>
      <p:sp>
        <p:nvSpPr>
          <p:cNvPr id="24" name="23 CuadroTexto"/>
          <p:cNvSpPr txBox="1"/>
          <p:nvPr/>
        </p:nvSpPr>
        <p:spPr>
          <a:xfrm>
            <a:off x="3707904" y="1700808"/>
            <a:ext cx="1337291" cy="340753"/>
          </a:xfrm>
          <a:prstGeom prst="rect">
            <a:avLst/>
          </a:prstGeom>
          <a:noFill/>
          <a:ln>
            <a:solidFill>
              <a:schemeClr val="tx1"/>
            </a:solidFill>
          </a:ln>
        </p:spPr>
        <p:txBody>
          <a:bodyPr wrap="square" lIns="65306" tIns="32653" rIns="65306" bIns="32653" rtlCol="0">
            <a:spAutoFit/>
          </a:bodyPr>
          <a:lstStyle/>
          <a:p>
            <a:r>
              <a:rPr lang="es-ES" dirty="0" smtClean="0"/>
              <a:t>CREADORES</a:t>
            </a:r>
            <a:endParaRPr lang="es-ES" dirty="0"/>
          </a:p>
        </p:txBody>
      </p:sp>
      <p:cxnSp>
        <p:nvCxnSpPr>
          <p:cNvPr id="25" name="24 Conector recto de flecha"/>
          <p:cNvCxnSpPr>
            <a:endCxn id="23" idx="1"/>
          </p:cNvCxnSpPr>
          <p:nvPr/>
        </p:nvCxnSpPr>
        <p:spPr>
          <a:xfrm flipV="1">
            <a:off x="2987824" y="1367129"/>
            <a:ext cx="576064" cy="6937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25 Conector recto de flecha"/>
          <p:cNvCxnSpPr>
            <a:endCxn id="24" idx="1"/>
          </p:cNvCxnSpPr>
          <p:nvPr/>
        </p:nvCxnSpPr>
        <p:spPr>
          <a:xfrm flipV="1">
            <a:off x="2987824" y="1871185"/>
            <a:ext cx="720080" cy="1896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3635896" y="2276872"/>
            <a:ext cx="1656184" cy="342943"/>
          </a:xfrm>
          <a:prstGeom prst="rect">
            <a:avLst/>
          </a:prstGeom>
          <a:noFill/>
          <a:ln>
            <a:solidFill>
              <a:schemeClr val="tx1"/>
            </a:solidFill>
          </a:ln>
        </p:spPr>
        <p:txBody>
          <a:bodyPr wrap="square" lIns="65306" tIns="32653" rIns="65306" bIns="32653" rtlCol="0">
            <a:spAutoFit/>
          </a:bodyPr>
          <a:lstStyle/>
          <a:p>
            <a:r>
              <a:rPr lang="es-ES" dirty="0" smtClean="0"/>
              <a:t>RESPONSABLES</a:t>
            </a:r>
            <a:endParaRPr lang="es-ES" dirty="0"/>
          </a:p>
        </p:txBody>
      </p:sp>
      <p:cxnSp>
        <p:nvCxnSpPr>
          <p:cNvPr id="28" name="27 Conector recto de flecha"/>
          <p:cNvCxnSpPr>
            <a:endCxn id="27" idx="1"/>
          </p:cNvCxnSpPr>
          <p:nvPr/>
        </p:nvCxnSpPr>
        <p:spPr>
          <a:xfrm>
            <a:off x="2987824" y="2060848"/>
            <a:ext cx="648072" cy="3874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p:nvPr/>
        </p:nvCxnSpPr>
        <p:spPr>
          <a:xfrm>
            <a:off x="4644008" y="4725144"/>
            <a:ext cx="50405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30 CuadroTexto"/>
          <p:cNvSpPr txBox="1"/>
          <p:nvPr/>
        </p:nvSpPr>
        <p:spPr>
          <a:xfrm>
            <a:off x="5148064" y="4581128"/>
            <a:ext cx="1656184" cy="342943"/>
          </a:xfrm>
          <a:prstGeom prst="rect">
            <a:avLst/>
          </a:prstGeom>
          <a:noFill/>
          <a:ln>
            <a:solidFill>
              <a:schemeClr val="tx1"/>
            </a:solidFill>
          </a:ln>
        </p:spPr>
        <p:txBody>
          <a:bodyPr wrap="square" lIns="65306" tIns="32653" rIns="65306" bIns="32653" rtlCol="0">
            <a:spAutoFit/>
          </a:bodyPr>
          <a:lstStyle/>
          <a:p>
            <a:r>
              <a:rPr lang="es-ES" dirty="0" smtClean="0"/>
              <a:t>RESPONSABLES</a:t>
            </a:r>
            <a:endParaRPr lang="es-E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57200" y="1340768"/>
            <a:ext cx="8229600" cy="5328592"/>
          </a:xfrm>
        </p:spPr>
        <p:txBody>
          <a:bodyPr/>
          <a:lstStyle/>
          <a:p>
            <a:endParaRPr lang="es-ES" sz="1600" dirty="0" smtClean="0"/>
          </a:p>
          <a:p>
            <a:pPr lvl="1">
              <a:buNone/>
            </a:pPr>
            <a:r>
              <a:rPr lang="es-ES" sz="1200" dirty="0" smtClean="0"/>
              <a:t>Añadir/Crear			Requerir Aprobación		Búsqueda</a:t>
            </a:r>
          </a:p>
          <a:p>
            <a:pPr lvl="1">
              <a:buNone/>
            </a:pPr>
            <a:r>
              <a:rPr lang="es-ES" sz="1200" dirty="0" smtClean="0"/>
              <a:t>		</a:t>
            </a:r>
          </a:p>
          <a:p>
            <a:pPr lvl="1">
              <a:buNone/>
            </a:pPr>
            <a:r>
              <a:rPr lang="es-ES" sz="1200" dirty="0" smtClean="0"/>
              <a:t>Editar				Aprobado			Búsqueda Avanzada</a:t>
            </a:r>
          </a:p>
          <a:p>
            <a:pPr lvl="1">
              <a:buNone/>
            </a:pPr>
            <a:endParaRPr lang="es-ES" sz="1200" dirty="0" smtClean="0"/>
          </a:p>
          <a:p>
            <a:pPr lvl="1">
              <a:buNone/>
            </a:pPr>
            <a:r>
              <a:rPr lang="es-ES" sz="1200" dirty="0" smtClean="0"/>
              <a:t>Seleccionar			En proceso de Aprobación		Cambio de planta</a:t>
            </a:r>
          </a:p>
          <a:p>
            <a:pPr lvl="1">
              <a:buNone/>
            </a:pPr>
            <a:endParaRPr lang="es-ES" sz="1200" dirty="0" smtClean="0"/>
          </a:p>
          <a:p>
            <a:pPr lvl="1">
              <a:buNone/>
            </a:pPr>
            <a:r>
              <a:rPr lang="es-ES" sz="1200" dirty="0" smtClean="0"/>
              <a:t>Aceptar/guardar/Aprobada		Sin aprobación solicitada</a:t>
            </a:r>
          </a:p>
          <a:p>
            <a:pPr lvl="1">
              <a:buNone/>
            </a:pPr>
            <a:endParaRPr lang="es-ES" sz="1200" dirty="0" smtClean="0"/>
          </a:p>
          <a:p>
            <a:pPr lvl="1">
              <a:buNone/>
            </a:pPr>
            <a:r>
              <a:rPr lang="es-ES" sz="1200" dirty="0" smtClean="0"/>
              <a:t>Eliminar			Aprobar/Desaprobar</a:t>
            </a:r>
          </a:p>
          <a:p>
            <a:pPr lvl="1">
              <a:buNone/>
            </a:pPr>
            <a:endParaRPr lang="es-ES" sz="1200" dirty="0" smtClean="0"/>
          </a:p>
          <a:p>
            <a:pPr lvl="1">
              <a:buNone/>
            </a:pPr>
            <a:r>
              <a:rPr lang="es-ES" sz="1200" dirty="0" smtClean="0"/>
              <a:t>Cerrar				Notificado/Notificar</a:t>
            </a:r>
          </a:p>
          <a:p>
            <a:pPr lvl="1">
              <a:buNone/>
            </a:pPr>
            <a:endParaRPr lang="es-ES" sz="1200" dirty="0" smtClean="0"/>
          </a:p>
          <a:p>
            <a:pPr lvl="1">
              <a:buNone/>
            </a:pPr>
            <a:r>
              <a:rPr lang="es-ES" sz="1200" dirty="0" smtClean="0"/>
              <a:t>NC Abierta			Sin Notificar/Notificar</a:t>
            </a:r>
          </a:p>
          <a:p>
            <a:pPr lvl="1">
              <a:buNone/>
            </a:pPr>
            <a:endParaRPr lang="es-ES" sz="1200" dirty="0" smtClean="0"/>
          </a:p>
          <a:p>
            <a:pPr lvl="1">
              <a:buNone/>
            </a:pPr>
            <a:r>
              <a:rPr lang="es-ES" sz="1200" dirty="0" smtClean="0"/>
              <a:t>NC Cerrada			Desaprobado</a:t>
            </a:r>
          </a:p>
          <a:p>
            <a:pPr lvl="1">
              <a:buNone/>
            </a:pPr>
            <a:endParaRPr lang="es-ES" sz="1200" dirty="0" smtClean="0"/>
          </a:p>
          <a:p>
            <a:pPr lvl="1">
              <a:buNone/>
            </a:pPr>
            <a:endParaRPr lang="es-ES" sz="1200" dirty="0" smtClean="0"/>
          </a:p>
          <a:p>
            <a:pPr lvl="1">
              <a:buNone/>
            </a:pPr>
            <a:endParaRPr lang="es-ES" sz="1200" dirty="0" smtClean="0"/>
          </a:p>
        </p:txBody>
      </p:sp>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1.2 Iconos principales</a:t>
            </a:r>
            <a:endParaRPr lang="es-ES" sz="1800" b="1" dirty="0"/>
          </a:p>
        </p:txBody>
      </p:sp>
      <p:pic>
        <p:nvPicPr>
          <p:cNvPr id="5" name="Picture 5" descr="C:\Documents and Settings\xfernandez\Escritorio\Imagenes capturadas\capturada.jpg"/>
          <p:cNvPicPr>
            <a:picLocks noChangeAspect="1" noChangeArrowheads="1"/>
          </p:cNvPicPr>
          <p:nvPr/>
        </p:nvPicPr>
        <p:blipFill>
          <a:blip r:embed="rId3" cstate="print"/>
          <a:srcRect/>
          <a:stretch>
            <a:fillRect/>
          </a:stretch>
        </p:blipFill>
        <p:spPr bwMode="auto">
          <a:xfrm>
            <a:off x="611560" y="1628800"/>
            <a:ext cx="276225" cy="285750"/>
          </a:xfrm>
          <a:prstGeom prst="rect">
            <a:avLst/>
          </a:prstGeom>
          <a:noFill/>
        </p:spPr>
      </p:pic>
      <p:pic>
        <p:nvPicPr>
          <p:cNvPr id="6" name="Picture 7" descr="C:\Documents and Settings\xfernandez\Escritorio\Imagenes capturadas\capturada1.jpg"/>
          <p:cNvPicPr>
            <a:picLocks noChangeAspect="1" noChangeArrowheads="1"/>
          </p:cNvPicPr>
          <p:nvPr/>
        </p:nvPicPr>
        <p:blipFill>
          <a:blip r:embed="rId4" cstate="print"/>
          <a:srcRect/>
          <a:stretch>
            <a:fillRect/>
          </a:stretch>
        </p:blipFill>
        <p:spPr bwMode="auto">
          <a:xfrm>
            <a:off x="539552" y="1988840"/>
            <a:ext cx="370629" cy="360040"/>
          </a:xfrm>
          <a:prstGeom prst="rect">
            <a:avLst/>
          </a:prstGeom>
          <a:noFill/>
        </p:spPr>
      </p:pic>
      <p:pic>
        <p:nvPicPr>
          <p:cNvPr id="7" name="Picture 8" descr="C:\Documents and Settings\xfernandez\Escritorio\Imagenes capturadas\capturada2.jpg"/>
          <p:cNvPicPr>
            <a:picLocks noChangeAspect="1" noChangeArrowheads="1"/>
          </p:cNvPicPr>
          <p:nvPr/>
        </p:nvPicPr>
        <p:blipFill>
          <a:blip r:embed="rId5" cstate="print"/>
          <a:srcRect/>
          <a:stretch>
            <a:fillRect/>
          </a:stretch>
        </p:blipFill>
        <p:spPr bwMode="auto">
          <a:xfrm>
            <a:off x="611560" y="2420888"/>
            <a:ext cx="285750" cy="295275"/>
          </a:xfrm>
          <a:prstGeom prst="rect">
            <a:avLst/>
          </a:prstGeom>
          <a:noFill/>
        </p:spPr>
      </p:pic>
      <p:pic>
        <p:nvPicPr>
          <p:cNvPr id="8" name="Picture 9" descr="C:\Documents and Settings\xfernandez\Escritorio\Imagenes capturadas\capturada3.jpg"/>
          <p:cNvPicPr>
            <a:picLocks noChangeAspect="1" noChangeArrowheads="1"/>
          </p:cNvPicPr>
          <p:nvPr/>
        </p:nvPicPr>
        <p:blipFill>
          <a:blip r:embed="rId6" cstate="print"/>
          <a:srcRect/>
          <a:stretch>
            <a:fillRect/>
          </a:stretch>
        </p:blipFill>
        <p:spPr bwMode="auto">
          <a:xfrm>
            <a:off x="539552" y="2852936"/>
            <a:ext cx="323850" cy="333375"/>
          </a:xfrm>
          <a:prstGeom prst="rect">
            <a:avLst/>
          </a:prstGeom>
          <a:noFill/>
        </p:spPr>
      </p:pic>
      <p:pic>
        <p:nvPicPr>
          <p:cNvPr id="9" name="Picture 10" descr="C:\Documents and Settings\xfernandez\Escritorio\Imagenes capturadas\capturada4.jpg"/>
          <p:cNvPicPr>
            <a:picLocks noChangeAspect="1" noChangeArrowheads="1"/>
          </p:cNvPicPr>
          <p:nvPr/>
        </p:nvPicPr>
        <p:blipFill>
          <a:blip r:embed="rId7" cstate="print"/>
          <a:srcRect/>
          <a:stretch>
            <a:fillRect/>
          </a:stretch>
        </p:blipFill>
        <p:spPr bwMode="auto">
          <a:xfrm>
            <a:off x="539552" y="3284984"/>
            <a:ext cx="314325" cy="371475"/>
          </a:xfrm>
          <a:prstGeom prst="rect">
            <a:avLst/>
          </a:prstGeom>
          <a:noFill/>
        </p:spPr>
      </p:pic>
      <p:pic>
        <p:nvPicPr>
          <p:cNvPr id="11" name="Picture 12" descr="C:\Documents and Settings\xfernandez\Escritorio\Imagenes capturadas\capturada6.jpg"/>
          <p:cNvPicPr>
            <a:picLocks noChangeAspect="1" noChangeArrowheads="1"/>
          </p:cNvPicPr>
          <p:nvPr/>
        </p:nvPicPr>
        <p:blipFill>
          <a:blip r:embed="rId8" cstate="print"/>
          <a:srcRect/>
          <a:stretch>
            <a:fillRect/>
          </a:stretch>
        </p:blipFill>
        <p:spPr bwMode="auto">
          <a:xfrm>
            <a:off x="539552" y="3789040"/>
            <a:ext cx="360040" cy="360040"/>
          </a:xfrm>
          <a:prstGeom prst="rect">
            <a:avLst/>
          </a:prstGeom>
          <a:noFill/>
        </p:spPr>
      </p:pic>
      <p:pic>
        <p:nvPicPr>
          <p:cNvPr id="3075" name="Picture 3"/>
          <p:cNvPicPr>
            <a:picLocks noChangeAspect="1" noChangeArrowheads="1"/>
          </p:cNvPicPr>
          <p:nvPr/>
        </p:nvPicPr>
        <p:blipFill>
          <a:blip r:embed="rId9" cstate="print"/>
          <a:srcRect/>
          <a:stretch>
            <a:fillRect/>
          </a:stretch>
        </p:blipFill>
        <p:spPr bwMode="auto">
          <a:xfrm>
            <a:off x="539552" y="4293095"/>
            <a:ext cx="288032" cy="238371"/>
          </a:xfrm>
          <a:prstGeom prst="rect">
            <a:avLst/>
          </a:prstGeom>
          <a:noFill/>
          <a:ln w="9525">
            <a:noFill/>
            <a:miter lim="800000"/>
            <a:headEnd/>
            <a:tailEnd/>
          </a:ln>
        </p:spPr>
      </p:pic>
      <p:pic>
        <p:nvPicPr>
          <p:cNvPr id="3076" name="Picture 4"/>
          <p:cNvPicPr>
            <a:picLocks noChangeAspect="1" noChangeArrowheads="1"/>
          </p:cNvPicPr>
          <p:nvPr/>
        </p:nvPicPr>
        <p:blipFill>
          <a:blip r:embed="rId10" cstate="print"/>
          <a:srcRect/>
          <a:stretch>
            <a:fillRect/>
          </a:stretch>
        </p:blipFill>
        <p:spPr bwMode="auto">
          <a:xfrm>
            <a:off x="539552" y="4653136"/>
            <a:ext cx="381000" cy="257175"/>
          </a:xfrm>
          <a:prstGeom prst="rect">
            <a:avLst/>
          </a:prstGeom>
          <a:noFill/>
          <a:ln w="9525">
            <a:noFill/>
            <a:miter lim="800000"/>
            <a:headEnd/>
            <a:tailEnd/>
          </a:ln>
        </p:spPr>
      </p:pic>
      <p:pic>
        <p:nvPicPr>
          <p:cNvPr id="3077" name="Picture 5"/>
          <p:cNvPicPr>
            <a:picLocks noChangeAspect="1" noChangeArrowheads="1"/>
          </p:cNvPicPr>
          <p:nvPr/>
        </p:nvPicPr>
        <p:blipFill>
          <a:blip r:embed="rId11" cstate="print"/>
          <a:srcRect/>
          <a:stretch>
            <a:fillRect/>
          </a:stretch>
        </p:blipFill>
        <p:spPr bwMode="auto">
          <a:xfrm>
            <a:off x="6516216" y="1628800"/>
            <a:ext cx="216024" cy="216024"/>
          </a:xfrm>
          <a:prstGeom prst="rect">
            <a:avLst/>
          </a:prstGeom>
          <a:noFill/>
          <a:ln w="9525">
            <a:noFill/>
            <a:miter lim="800000"/>
            <a:headEnd/>
            <a:tailEnd/>
          </a:ln>
        </p:spPr>
      </p:pic>
      <p:pic>
        <p:nvPicPr>
          <p:cNvPr id="3078" name="Picture 6"/>
          <p:cNvPicPr>
            <a:picLocks noChangeAspect="1" noChangeArrowheads="1"/>
          </p:cNvPicPr>
          <p:nvPr/>
        </p:nvPicPr>
        <p:blipFill>
          <a:blip r:embed="rId12" cstate="print"/>
          <a:srcRect/>
          <a:stretch>
            <a:fillRect/>
          </a:stretch>
        </p:blipFill>
        <p:spPr bwMode="auto">
          <a:xfrm>
            <a:off x="6516216" y="2060848"/>
            <a:ext cx="247650" cy="257175"/>
          </a:xfrm>
          <a:prstGeom prst="rect">
            <a:avLst/>
          </a:prstGeom>
          <a:noFill/>
          <a:ln w="9525">
            <a:noFill/>
            <a:miter lim="800000"/>
            <a:headEnd/>
            <a:tailEnd/>
          </a:ln>
        </p:spPr>
      </p:pic>
      <p:pic>
        <p:nvPicPr>
          <p:cNvPr id="3079" name="Picture 7"/>
          <p:cNvPicPr>
            <a:picLocks noChangeAspect="1" noChangeArrowheads="1"/>
          </p:cNvPicPr>
          <p:nvPr/>
        </p:nvPicPr>
        <p:blipFill>
          <a:blip r:embed="rId13" cstate="print"/>
          <a:srcRect/>
          <a:stretch>
            <a:fillRect/>
          </a:stretch>
        </p:blipFill>
        <p:spPr bwMode="auto">
          <a:xfrm>
            <a:off x="6516216" y="2564904"/>
            <a:ext cx="238125" cy="200025"/>
          </a:xfrm>
          <a:prstGeom prst="rect">
            <a:avLst/>
          </a:prstGeom>
          <a:noFill/>
          <a:ln w="9525">
            <a:noFill/>
            <a:miter lim="800000"/>
            <a:headEnd/>
            <a:tailEnd/>
          </a:ln>
        </p:spPr>
      </p:pic>
      <p:pic>
        <p:nvPicPr>
          <p:cNvPr id="3080" name="Picture 8"/>
          <p:cNvPicPr>
            <a:picLocks noChangeAspect="1" noChangeArrowheads="1"/>
          </p:cNvPicPr>
          <p:nvPr/>
        </p:nvPicPr>
        <p:blipFill>
          <a:blip r:embed="rId14" cstate="print"/>
          <a:srcRect/>
          <a:stretch>
            <a:fillRect/>
          </a:stretch>
        </p:blipFill>
        <p:spPr bwMode="auto">
          <a:xfrm>
            <a:off x="3851920" y="1628800"/>
            <a:ext cx="300608" cy="237981"/>
          </a:xfrm>
          <a:prstGeom prst="rect">
            <a:avLst/>
          </a:prstGeom>
          <a:noFill/>
          <a:ln w="9525">
            <a:noFill/>
            <a:miter lim="800000"/>
            <a:headEnd/>
            <a:tailEnd/>
          </a:ln>
        </p:spPr>
      </p:pic>
      <p:pic>
        <p:nvPicPr>
          <p:cNvPr id="3081" name="Picture 9"/>
          <p:cNvPicPr>
            <a:picLocks noChangeAspect="1" noChangeArrowheads="1"/>
          </p:cNvPicPr>
          <p:nvPr/>
        </p:nvPicPr>
        <p:blipFill>
          <a:blip r:embed="rId15" cstate="print"/>
          <a:srcRect/>
          <a:stretch>
            <a:fillRect/>
          </a:stretch>
        </p:blipFill>
        <p:spPr bwMode="auto">
          <a:xfrm>
            <a:off x="3851920" y="2060848"/>
            <a:ext cx="276225" cy="257175"/>
          </a:xfrm>
          <a:prstGeom prst="rect">
            <a:avLst/>
          </a:prstGeom>
          <a:noFill/>
          <a:ln w="9525">
            <a:noFill/>
            <a:miter lim="800000"/>
            <a:headEnd/>
            <a:tailEnd/>
          </a:ln>
        </p:spPr>
      </p:pic>
      <p:pic>
        <p:nvPicPr>
          <p:cNvPr id="3083" name="Picture 11"/>
          <p:cNvPicPr>
            <a:picLocks noChangeAspect="1" noChangeArrowheads="1"/>
          </p:cNvPicPr>
          <p:nvPr/>
        </p:nvPicPr>
        <p:blipFill>
          <a:blip r:embed="rId16" cstate="print"/>
          <a:srcRect/>
          <a:stretch>
            <a:fillRect/>
          </a:stretch>
        </p:blipFill>
        <p:spPr bwMode="auto">
          <a:xfrm>
            <a:off x="3851920" y="2924944"/>
            <a:ext cx="276225" cy="295275"/>
          </a:xfrm>
          <a:prstGeom prst="rect">
            <a:avLst/>
          </a:prstGeom>
          <a:noFill/>
          <a:ln w="9525">
            <a:noFill/>
            <a:miter lim="800000"/>
            <a:headEnd/>
            <a:tailEnd/>
          </a:ln>
        </p:spPr>
      </p:pic>
      <p:pic>
        <p:nvPicPr>
          <p:cNvPr id="3084" name="Picture 12"/>
          <p:cNvPicPr>
            <a:picLocks noChangeAspect="1" noChangeArrowheads="1"/>
          </p:cNvPicPr>
          <p:nvPr/>
        </p:nvPicPr>
        <p:blipFill>
          <a:blip r:embed="rId17" cstate="print"/>
          <a:srcRect/>
          <a:stretch>
            <a:fillRect/>
          </a:stretch>
        </p:blipFill>
        <p:spPr bwMode="auto">
          <a:xfrm>
            <a:off x="3851920" y="2492896"/>
            <a:ext cx="276225" cy="295275"/>
          </a:xfrm>
          <a:prstGeom prst="rect">
            <a:avLst/>
          </a:prstGeom>
          <a:noFill/>
          <a:ln w="9525">
            <a:noFill/>
            <a:miter lim="800000"/>
            <a:headEnd/>
            <a:tailEnd/>
          </a:ln>
        </p:spPr>
      </p:pic>
      <p:pic>
        <p:nvPicPr>
          <p:cNvPr id="3085" name="Picture 13"/>
          <p:cNvPicPr>
            <a:picLocks noChangeAspect="1" noChangeArrowheads="1"/>
          </p:cNvPicPr>
          <p:nvPr/>
        </p:nvPicPr>
        <p:blipFill>
          <a:blip r:embed="rId18" cstate="print"/>
          <a:srcRect/>
          <a:stretch>
            <a:fillRect/>
          </a:stretch>
        </p:blipFill>
        <p:spPr bwMode="auto">
          <a:xfrm>
            <a:off x="3563888" y="3356992"/>
            <a:ext cx="523875" cy="238125"/>
          </a:xfrm>
          <a:prstGeom prst="rect">
            <a:avLst/>
          </a:prstGeom>
          <a:noFill/>
          <a:ln w="9525">
            <a:noFill/>
            <a:miter lim="800000"/>
            <a:headEnd/>
            <a:tailEnd/>
          </a:ln>
        </p:spPr>
      </p:pic>
      <p:pic>
        <p:nvPicPr>
          <p:cNvPr id="3086" name="Picture 14"/>
          <p:cNvPicPr>
            <a:picLocks noChangeAspect="1" noChangeArrowheads="1"/>
          </p:cNvPicPr>
          <p:nvPr/>
        </p:nvPicPr>
        <p:blipFill>
          <a:blip r:embed="rId19" cstate="print"/>
          <a:srcRect/>
          <a:stretch>
            <a:fillRect/>
          </a:stretch>
        </p:blipFill>
        <p:spPr bwMode="auto">
          <a:xfrm>
            <a:off x="3851920" y="3861048"/>
            <a:ext cx="238125" cy="171450"/>
          </a:xfrm>
          <a:prstGeom prst="rect">
            <a:avLst/>
          </a:prstGeom>
          <a:noFill/>
          <a:ln w="9525">
            <a:noFill/>
            <a:miter lim="800000"/>
            <a:headEnd/>
            <a:tailEnd/>
          </a:ln>
        </p:spPr>
      </p:pic>
      <p:pic>
        <p:nvPicPr>
          <p:cNvPr id="3087" name="Picture 15"/>
          <p:cNvPicPr>
            <a:picLocks noChangeAspect="1" noChangeArrowheads="1"/>
          </p:cNvPicPr>
          <p:nvPr/>
        </p:nvPicPr>
        <p:blipFill>
          <a:blip r:embed="rId20" cstate="print"/>
          <a:srcRect/>
          <a:stretch>
            <a:fillRect/>
          </a:stretch>
        </p:blipFill>
        <p:spPr bwMode="auto">
          <a:xfrm>
            <a:off x="3851920" y="4293096"/>
            <a:ext cx="228600" cy="219075"/>
          </a:xfrm>
          <a:prstGeom prst="rect">
            <a:avLst/>
          </a:prstGeom>
          <a:noFill/>
          <a:ln w="9525">
            <a:noFill/>
            <a:miter lim="800000"/>
            <a:headEnd/>
            <a:tailEnd/>
          </a:ln>
        </p:spPr>
      </p:pic>
      <p:pic>
        <p:nvPicPr>
          <p:cNvPr id="3088" name="Picture 16"/>
          <p:cNvPicPr>
            <a:picLocks noChangeAspect="1" noChangeArrowheads="1"/>
          </p:cNvPicPr>
          <p:nvPr/>
        </p:nvPicPr>
        <p:blipFill>
          <a:blip r:embed="rId21" cstate="print"/>
          <a:srcRect/>
          <a:stretch>
            <a:fillRect/>
          </a:stretch>
        </p:blipFill>
        <p:spPr bwMode="auto">
          <a:xfrm>
            <a:off x="3851920" y="4653136"/>
            <a:ext cx="285750" cy="285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1.3 Pestañas</a:t>
            </a:r>
            <a:endParaRPr lang="es-ES" sz="1800" b="1" dirty="0"/>
          </a:p>
        </p:txBody>
      </p:sp>
      <p:pic>
        <p:nvPicPr>
          <p:cNvPr id="4098" name="Picture 2"/>
          <p:cNvPicPr>
            <a:picLocks noGrp="1" noChangeAspect="1" noChangeArrowheads="1"/>
          </p:cNvPicPr>
          <p:nvPr>
            <p:ph idx="1"/>
          </p:nvPr>
        </p:nvPicPr>
        <p:blipFill>
          <a:blip r:embed="rId3" cstate="print"/>
          <a:srcRect l="916" t="14286"/>
          <a:stretch>
            <a:fillRect/>
          </a:stretch>
        </p:blipFill>
        <p:spPr bwMode="auto">
          <a:xfrm>
            <a:off x="467544" y="1484784"/>
            <a:ext cx="7791266" cy="432048"/>
          </a:xfrm>
          <a:prstGeom prst="rect">
            <a:avLst/>
          </a:prstGeom>
          <a:noFill/>
          <a:ln w="19050">
            <a:solidFill>
              <a:schemeClr val="tx1"/>
            </a:solidFill>
            <a:miter lim="800000"/>
            <a:headEnd/>
            <a:tailEnd/>
          </a:ln>
        </p:spPr>
      </p:pic>
      <p:sp>
        <p:nvSpPr>
          <p:cNvPr id="6" name="5 CuadroTexto"/>
          <p:cNvSpPr txBox="1"/>
          <p:nvPr/>
        </p:nvSpPr>
        <p:spPr>
          <a:xfrm>
            <a:off x="395536" y="2132856"/>
            <a:ext cx="7920880" cy="3970318"/>
          </a:xfrm>
          <a:prstGeom prst="rect">
            <a:avLst/>
          </a:prstGeom>
          <a:noFill/>
        </p:spPr>
        <p:txBody>
          <a:bodyPr wrap="square" rtlCol="0">
            <a:spAutoFit/>
          </a:bodyPr>
          <a:lstStyle/>
          <a:p>
            <a:pPr>
              <a:lnSpc>
                <a:spcPct val="150000"/>
              </a:lnSpc>
            </a:pPr>
            <a:r>
              <a:rPr lang="es-ES" b="1" dirty="0" smtClean="0"/>
              <a:t>1- Datos Generales (Etapa 1):</a:t>
            </a:r>
            <a:r>
              <a:rPr lang="es-ES" dirty="0" smtClean="0"/>
              <a:t> </a:t>
            </a:r>
            <a:r>
              <a:rPr lang="es-ES" sz="1400" dirty="0" smtClean="0"/>
              <a:t>Descripción de la No Conformidad y datos generales. Notificar. Se crea la No Conformidad.</a:t>
            </a:r>
          </a:p>
          <a:p>
            <a:pPr>
              <a:lnSpc>
                <a:spcPct val="150000"/>
              </a:lnSpc>
            </a:pPr>
            <a:r>
              <a:rPr lang="es-ES" b="1" dirty="0" smtClean="0"/>
              <a:t>2- 8D: </a:t>
            </a:r>
            <a:r>
              <a:rPr lang="es-ES" sz="1400" dirty="0" smtClean="0"/>
              <a:t>Resumen estado de las etapas. Estado, fecha inicio, fecha fin prevista, fecha fin real, Aprobar/Desaprobar…</a:t>
            </a:r>
          </a:p>
          <a:p>
            <a:pPr>
              <a:lnSpc>
                <a:spcPct val="150000"/>
              </a:lnSpc>
            </a:pPr>
            <a:r>
              <a:rPr lang="es-ES" b="1" dirty="0" smtClean="0"/>
              <a:t>3- Etapa 2-4: </a:t>
            </a:r>
            <a:r>
              <a:rPr lang="es-ES" sz="1400" dirty="0" smtClean="0"/>
              <a:t>Primer análisis del problema y acciones de contención.</a:t>
            </a:r>
          </a:p>
          <a:p>
            <a:pPr>
              <a:lnSpc>
                <a:spcPct val="150000"/>
              </a:lnSpc>
            </a:pPr>
            <a:r>
              <a:rPr lang="es-ES" b="1" dirty="0" smtClean="0"/>
              <a:t>4- Etapa 5-6:</a:t>
            </a:r>
            <a:r>
              <a:rPr lang="es-ES" dirty="0" smtClean="0"/>
              <a:t> </a:t>
            </a:r>
            <a:r>
              <a:rPr lang="es-ES" sz="1400" dirty="0" smtClean="0"/>
              <a:t>Análisis 5 Porqués y Plan de Acciones.</a:t>
            </a:r>
          </a:p>
          <a:p>
            <a:pPr>
              <a:lnSpc>
                <a:spcPct val="150000"/>
              </a:lnSpc>
            </a:pPr>
            <a:r>
              <a:rPr lang="es-ES" b="1" dirty="0" smtClean="0"/>
              <a:t>5- Etapa 7-8: </a:t>
            </a:r>
            <a:r>
              <a:rPr lang="es-ES" sz="1400" dirty="0" smtClean="0"/>
              <a:t>Evaluación Plan de Acciones y actualización de la documentación.</a:t>
            </a:r>
          </a:p>
          <a:p>
            <a:pPr>
              <a:lnSpc>
                <a:spcPct val="150000"/>
              </a:lnSpc>
            </a:pPr>
            <a:r>
              <a:rPr lang="es-ES" b="1" dirty="0" smtClean="0"/>
              <a:t>6- Documentos Adjuntos: </a:t>
            </a:r>
            <a:r>
              <a:rPr lang="es-ES" sz="1400" dirty="0" smtClean="0"/>
              <a:t>Archivos descriptivos de las etapas. Se adjuntan los archivos que se consideren necesarios para la descripción y detalle de las etapas.</a:t>
            </a:r>
          </a:p>
          <a:p>
            <a:pPr>
              <a:lnSpc>
                <a:spcPct val="150000"/>
              </a:lnSpc>
            </a:pPr>
            <a:r>
              <a:rPr lang="es-ES" b="1" dirty="0" smtClean="0"/>
              <a:t>7- Coste: </a:t>
            </a:r>
            <a:r>
              <a:rPr lang="es-ES" sz="1400" dirty="0" smtClean="0"/>
              <a:t>Pestaña en la que se reflejan los costes de la No Conformidad.</a:t>
            </a:r>
            <a:endParaRPr lang="es-E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914400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2. DIAGRAMA DE FLUJO</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graphicFrame>
        <p:nvGraphicFramePr>
          <p:cNvPr id="5" name="4 Marcador de contenido"/>
          <p:cNvGraphicFramePr>
            <a:graphicFrameLocks noGrp="1"/>
          </p:cNvGraphicFramePr>
          <p:nvPr>
            <p:ph idx="1"/>
          </p:nvPr>
        </p:nvGraphicFramePr>
        <p:xfrm>
          <a:off x="395536" y="1268760"/>
          <a:ext cx="8229600" cy="5145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2.1 </a:t>
            </a:r>
            <a:r>
              <a:rPr lang="es-ES" b="1" dirty="0" smtClean="0"/>
              <a:t>Diagrama de flujo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 Grupo"/>
          <p:cNvGrpSpPr/>
          <p:nvPr/>
        </p:nvGrpSpPr>
        <p:grpSpPr>
          <a:xfrm>
            <a:off x="1043608" y="2132856"/>
            <a:ext cx="1080120" cy="576064"/>
            <a:chOff x="213656" y="2280"/>
            <a:chExt cx="1663600" cy="998160"/>
          </a:xfrm>
        </p:grpSpPr>
        <p:sp>
          <p:nvSpPr>
            <p:cNvPr id="13" name="12 Rectángulo"/>
            <p:cNvSpPr/>
            <p:nvPr/>
          </p:nvSpPr>
          <p:spPr>
            <a:xfrm>
              <a:off x="213656"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13 Rectángulo"/>
            <p:cNvSpPr/>
            <p:nvPr/>
          </p:nvSpPr>
          <p:spPr>
            <a:xfrm>
              <a:off x="213656"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dirty="0" smtClean="0"/>
                <a:t>Crear la </a:t>
              </a:r>
              <a:r>
                <a:rPr lang="es-ES" sz="1100" b="1" kern="1200" dirty="0" smtClean="0"/>
                <a:t>NC, reunión preliminar</a:t>
              </a:r>
              <a:endParaRPr lang="es-ES" sz="1100" b="1" kern="1200" dirty="0"/>
            </a:p>
          </p:txBody>
        </p:sp>
      </p:grpSp>
      <p:grpSp>
        <p:nvGrpSpPr>
          <p:cNvPr id="3" name="3 Grupo"/>
          <p:cNvGrpSpPr/>
          <p:nvPr/>
        </p:nvGrpSpPr>
        <p:grpSpPr>
          <a:xfrm>
            <a:off x="2267744" y="2204864"/>
            <a:ext cx="864096" cy="504056"/>
            <a:chOff x="2259885" y="2280"/>
            <a:chExt cx="1663600" cy="998160"/>
          </a:xfrm>
        </p:grpSpPr>
        <p:sp>
          <p:nvSpPr>
            <p:cNvPr id="11" name="10 Rectángulo"/>
            <p:cNvSpPr/>
            <p:nvPr/>
          </p:nvSpPr>
          <p:spPr>
            <a:xfrm>
              <a:off x="2259885" y="2280"/>
              <a:ext cx="1663600" cy="998160"/>
            </a:xfrm>
            <a:prstGeom prst="rect">
              <a:avLst/>
            </a:prstGeom>
            <a:ln>
              <a:solidFill>
                <a:schemeClr val="tx1"/>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11 Rectángulo"/>
            <p:cNvSpPr/>
            <p:nvPr/>
          </p:nvSpPr>
          <p:spPr>
            <a:xfrm>
              <a:off x="2259885" y="2280"/>
              <a:ext cx="1663600" cy="998160"/>
            </a:xfrm>
            <a:prstGeom prst="rect">
              <a:avLst/>
            </a:prstGeom>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smtClean="0"/>
                <a:t>Notificar la NC</a:t>
              </a:r>
              <a:endParaRPr lang="es-ES" sz="1100" kern="1200" dirty="0" smtClean="0"/>
            </a:p>
          </p:txBody>
        </p:sp>
      </p:grpSp>
      <p:grpSp>
        <p:nvGrpSpPr>
          <p:cNvPr id="4" name="4 Grupo"/>
          <p:cNvGrpSpPr/>
          <p:nvPr/>
        </p:nvGrpSpPr>
        <p:grpSpPr>
          <a:xfrm>
            <a:off x="4572000" y="2420888"/>
            <a:ext cx="1008112" cy="427072"/>
            <a:chOff x="4306114" y="2280"/>
            <a:chExt cx="1663600" cy="998160"/>
          </a:xfrm>
        </p:grpSpPr>
        <p:sp>
          <p:nvSpPr>
            <p:cNvPr id="9" name="8 Rectángulo"/>
            <p:cNvSpPr/>
            <p:nvPr/>
          </p:nvSpPr>
          <p:spPr>
            <a:xfrm>
              <a:off x="4306114"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9 Rectángulo"/>
            <p:cNvSpPr/>
            <p:nvPr/>
          </p:nvSpPr>
          <p:spPr>
            <a:xfrm>
              <a:off x="4306114"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smtClean="0"/>
                <a:t>Completar Fase 2-4</a:t>
              </a:r>
              <a:endParaRPr lang="es-ES" sz="1100" b="1" kern="1200" dirty="0"/>
            </a:p>
          </p:txBody>
        </p:sp>
      </p:grpSp>
      <p:grpSp>
        <p:nvGrpSpPr>
          <p:cNvPr id="5" name="5 Grupo"/>
          <p:cNvGrpSpPr/>
          <p:nvPr/>
        </p:nvGrpSpPr>
        <p:grpSpPr>
          <a:xfrm>
            <a:off x="5940152" y="2420888"/>
            <a:ext cx="1074825" cy="427072"/>
            <a:chOff x="6352343" y="2280"/>
            <a:chExt cx="1663600" cy="998160"/>
          </a:xfrm>
        </p:grpSpPr>
        <p:sp>
          <p:nvSpPr>
            <p:cNvPr id="7" name="6 Rectángulo"/>
            <p:cNvSpPr/>
            <p:nvPr/>
          </p:nvSpPr>
          <p:spPr>
            <a:xfrm>
              <a:off x="6352343"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8" name="7 Rectángulo"/>
            <p:cNvSpPr/>
            <p:nvPr/>
          </p:nvSpPr>
          <p:spPr>
            <a:xfrm>
              <a:off x="6352343"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smtClean="0"/>
                <a:t>Solicitar aprobación</a:t>
              </a:r>
              <a:endParaRPr lang="es-ES" sz="1100" b="1" kern="1200" dirty="0"/>
            </a:p>
          </p:txBody>
        </p:sp>
      </p:grpSp>
      <p:grpSp>
        <p:nvGrpSpPr>
          <p:cNvPr id="6" name="14 Grupo"/>
          <p:cNvGrpSpPr/>
          <p:nvPr/>
        </p:nvGrpSpPr>
        <p:grpSpPr>
          <a:xfrm>
            <a:off x="323528" y="1628800"/>
            <a:ext cx="1062827" cy="355064"/>
            <a:chOff x="2259885" y="2280"/>
            <a:chExt cx="1663600" cy="998160"/>
          </a:xfrm>
        </p:grpSpPr>
        <p:sp>
          <p:nvSpPr>
            <p:cNvPr id="16" name="15 Rectángulo"/>
            <p:cNvSpPr/>
            <p:nvPr/>
          </p:nvSpPr>
          <p:spPr>
            <a:xfrm>
              <a:off x="2259885"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16 Rectángulo"/>
            <p:cNvSpPr/>
            <p:nvPr/>
          </p:nvSpPr>
          <p:spPr>
            <a:xfrm>
              <a:off x="2259885"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smtClean="0"/>
                <a:t>Detección</a:t>
              </a:r>
              <a:endParaRPr lang="es-ES" sz="1100" kern="1200" dirty="0" smtClean="0"/>
            </a:p>
          </p:txBody>
        </p:sp>
      </p:grpSp>
      <p:grpSp>
        <p:nvGrpSpPr>
          <p:cNvPr id="15" name="21 Grupo"/>
          <p:cNvGrpSpPr/>
          <p:nvPr/>
        </p:nvGrpSpPr>
        <p:grpSpPr>
          <a:xfrm>
            <a:off x="3275856" y="2204864"/>
            <a:ext cx="1152128" cy="261610"/>
            <a:chOff x="3131840" y="1484784"/>
            <a:chExt cx="1152128" cy="261610"/>
          </a:xfrm>
        </p:grpSpPr>
        <p:pic>
          <p:nvPicPr>
            <p:cNvPr id="18" name="Picture 14"/>
            <p:cNvPicPr>
              <a:picLocks noChangeAspect="1" noChangeArrowheads="1"/>
            </p:cNvPicPr>
            <p:nvPr/>
          </p:nvPicPr>
          <p:blipFill>
            <a:blip r:embed="rId2" cstate="print"/>
            <a:srcRect/>
            <a:stretch>
              <a:fillRect/>
            </a:stretch>
          </p:blipFill>
          <p:spPr bwMode="auto">
            <a:xfrm>
              <a:off x="3131840" y="1556792"/>
              <a:ext cx="238125" cy="171450"/>
            </a:xfrm>
            <a:prstGeom prst="rect">
              <a:avLst/>
            </a:prstGeom>
            <a:noFill/>
            <a:ln w="9525">
              <a:noFill/>
              <a:miter lim="800000"/>
              <a:headEnd/>
              <a:tailEnd/>
            </a:ln>
          </p:spPr>
        </p:pic>
        <p:sp>
          <p:nvSpPr>
            <p:cNvPr id="20" name="19 CuadroTexto"/>
            <p:cNvSpPr txBox="1"/>
            <p:nvPr/>
          </p:nvSpPr>
          <p:spPr>
            <a:xfrm>
              <a:off x="3347864" y="1484784"/>
              <a:ext cx="936104" cy="261610"/>
            </a:xfrm>
            <a:prstGeom prst="rect">
              <a:avLst/>
            </a:prstGeom>
            <a:noFill/>
          </p:spPr>
          <p:txBody>
            <a:bodyPr wrap="square" rtlCol="0">
              <a:spAutoFit/>
            </a:bodyPr>
            <a:lstStyle/>
            <a:p>
              <a:r>
                <a:rPr lang="es-ES" sz="1100" b="1" dirty="0" smtClean="0">
                  <a:solidFill>
                    <a:schemeClr val="dk1">
                      <a:hueOff val="0"/>
                      <a:satOff val="0"/>
                      <a:lumOff val="0"/>
                      <a:alphaOff val="0"/>
                    </a:schemeClr>
                  </a:solidFill>
                </a:rPr>
                <a:t>Perseguidor</a:t>
              </a:r>
            </a:p>
          </p:txBody>
        </p:sp>
      </p:grpSp>
      <p:grpSp>
        <p:nvGrpSpPr>
          <p:cNvPr id="22" name="22 Grupo"/>
          <p:cNvGrpSpPr/>
          <p:nvPr/>
        </p:nvGrpSpPr>
        <p:grpSpPr>
          <a:xfrm>
            <a:off x="3275856" y="2420888"/>
            <a:ext cx="1143744" cy="261610"/>
            <a:chOff x="3131840" y="1844824"/>
            <a:chExt cx="1143744" cy="261610"/>
          </a:xfrm>
        </p:grpSpPr>
        <p:pic>
          <p:nvPicPr>
            <p:cNvPr id="19" name="Picture 14"/>
            <p:cNvPicPr>
              <a:picLocks noChangeAspect="1" noChangeArrowheads="1"/>
            </p:cNvPicPr>
            <p:nvPr/>
          </p:nvPicPr>
          <p:blipFill>
            <a:blip r:embed="rId2" cstate="print"/>
            <a:srcRect/>
            <a:stretch>
              <a:fillRect/>
            </a:stretch>
          </p:blipFill>
          <p:spPr bwMode="auto">
            <a:xfrm>
              <a:off x="3131840" y="1916832"/>
              <a:ext cx="238125" cy="171450"/>
            </a:xfrm>
            <a:prstGeom prst="rect">
              <a:avLst/>
            </a:prstGeom>
            <a:noFill/>
            <a:ln w="9525">
              <a:noFill/>
              <a:miter lim="800000"/>
              <a:headEnd/>
              <a:tailEnd/>
            </a:ln>
          </p:spPr>
        </p:pic>
        <p:sp>
          <p:nvSpPr>
            <p:cNvPr id="21" name="20 CuadroTexto"/>
            <p:cNvSpPr txBox="1"/>
            <p:nvPr/>
          </p:nvSpPr>
          <p:spPr>
            <a:xfrm>
              <a:off x="3347864" y="1844824"/>
              <a:ext cx="927720" cy="261610"/>
            </a:xfrm>
            <a:prstGeom prst="rect">
              <a:avLst/>
            </a:prstGeom>
            <a:noFill/>
          </p:spPr>
          <p:txBody>
            <a:bodyPr wrap="square" rtlCol="0">
              <a:spAutoFit/>
            </a:bodyPr>
            <a:lstStyle/>
            <a:p>
              <a:r>
                <a:rPr lang="es-ES" sz="1100" b="1" dirty="0" smtClean="0">
                  <a:solidFill>
                    <a:schemeClr val="dk1">
                      <a:hueOff val="0"/>
                      <a:satOff val="0"/>
                      <a:lumOff val="0"/>
                      <a:alphaOff val="0"/>
                    </a:schemeClr>
                  </a:solidFill>
                </a:rPr>
                <a:t>Responsable</a:t>
              </a:r>
            </a:p>
          </p:txBody>
        </p:sp>
      </p:grpSp>
      <p:grpSp>
        <p:nvGrpSpPr>
          <p:cNvPr id="23" name="23 Grupo"/>
          <p:cNvGrpSpPr/>
          <p:nvPr/>
        </p:nvGrpSpPr>
        <p:grpSpPr>
          <a:xfrm>
            <a:off x="7164288" y="2420888"/>
            <a:ext cx="1143744" cy="261610"/>
            <a:chOff x="3131840" y="1844824"/>
            <a:chExt cx="1143744" cy="261610"/>
          </a:xfrm>
        </p:grpSpPr>
        <p:pic>
          <p:nvPicPr>
            <p:cNvPr id="25" name="Picture 14"/>
            <p:cNvPicPr>
              <a:picLocks noChangeAspect="1" noChangeArrowheads="1"/>
            </p:cNvPicPr>
            <p:nvPr/>
          </p:nvPicPr>
          <p:blipFill>
            <a:blip r:embed="rId2" cstate="print"/>
            <a:srcRect/>
            <a:stretch>
              <a:fillRect/>
            </a:stretch>
          </p:blipFill>
          <p:spPr bwMode="auto">
            <a:xfrm>
              <a:off x="3131840" y="1916832"/>
              <a:ext cx="238125" cy="171450"/>
            </a:xfrm>
            <a:prstGeom prst="rect">
              <a:avLst/>
            </a:prstGeom>
            <a:noFill/>
            <a:ln w="9525">
              <a:noFill/>
              <a:miter lim="800000"/>
              <a:headEnd/>
              <a:tailEnd/>
            </a:ln>
          </p:spPr>
        </p:pic>
        <p:sp>
          <p:nvSpPr>
            <p:cNvPr id="26" name="25 CuadroTexto"/>
            <p:cNvSpPr txBox="1"/>
            <p:nvPr/>
          </p:nvSpPr>
          <p:spPr>
            <a:xfrm>
              <a:off x="3347864" y="1844824"/>
              <a:ext cx="927720" cy="261610"/>
            </a:xfrm>
            <a:prstGeom prst="rect">
              <a:avLst/>
            </a:prstGeom>
            <a:noFill/>
          </p:spPr>
          <p:txBody>
            <a:bodyPr wrap="square" rtlCol="0">
              <a:spAutoFit/>
            </a:bodyPr>
            <a:lstStyle/>
            <a:p>
              <a:r>
                <a:rPr lang="es-ES" sz="1100" b="1" dirty="0" smtClean="0">
                  <a:solidFill>
                    <a:schemeClr val="dk1">
                      <a:hueOff val="0"/>
                      <a:satOff val="0"/>
                      <a:lumOff val="0"/>
                      <a:alphaOff val="0"/>
                    </a:schemeClr>
                  </a:solidFill>
                </a:rPr>
                <a:t>Perseguidor</a:t>
              </a:r>
            </a:p>
          </p:txBody>
        </p:sp>
      </p:grpSp>
      <p:grpSp>
        <p:nvGrpSpPr>
          <p:cNvPr id="27" name="29 Grupo"/>
          <p:cNvGrpSpPr/>
          <p:nvPr/>
        </p:nvGrpSpPr>
        <p:grpSpPr>
          <a:xfrm>
            <a:off x="7092280" y="3140968"/>
            <a:ext cx="1224136" cy="648072"/>
            <a:chOff x="6352343" y="2280"/>
            <a:chExt cx="1663600" cy="998160"/>
          </a:xfrm>
        </p:grpSpPr>
        <p:sp>
          <p:nvSpPr>
            <p:cNvPr id="31" name="30 Rectángulo"/>
            <p:cNvSpPr/>
            <p:nvPr/>
          </p:nvSpPr>
          <p:spPr>
            <a:xfrm>
              <a:off x="6352343" y="2280"/>
              <a:ext cx="1663600" cy="998160"/>
            </a:xfrm>
            <a:prstGeom prst="flowChartDecision">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2" name="31 Rectángulo"/>
            <p:cNvSpPr/>
            <p:nvPr/>
          </p:nvSpPr>
          <p:spPr>
            <a:xfrm>
              <a:off x="6352343" y="2280"/>
              <a:ext cx="1663600" cy="998160"/>
            </a:xfrm>
            <a:prstGeom prst="flowChartDecision">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800" b="1" kern="1200" dirty="0" smtClean="0"/>
                <a:t>Aprobar</a:t>
              </a:r>
              <a:endParaRPr lang="es-ES" sz="800" b="1" kern="1200" dirty="0"/>
            </a:p>
          </p:txBody>
        </p:sp>
      </p:grpSp>
      <p:grpSp>
        <p:nvGrpSpPr>
          <p:cNvPr id="33" name="35 Grupo"/>
          <p:cNvGrpSpPr/>
          <p:nvPr/>
        </p:nvGrpSpPr>
        <p:grpSpPr>
          <a:xfrm>
            <a:off x="5292080" y="3356992"/>
            <a:ext cx="1102221" cy="261610"/>
            <a:chOff x="3347864" y="1844824"/>
            <a:chExt cx="1102221" cy="261610"/>
          </a:xfrm>
        </p:grpSpPr>
        <p:pic>
          <p:nvPicPr>
            <p:cNvPr id="37" name="Picture 14"/>
            <p:cNvPicPr>
              <a:picLocks noChangeAspect="1" noChangeArrowheads="1"/>
            </p:cNvPicPr>
            <p:nvPr/>
          </p:nvPicPr>
          <p:blipFill>
            <a:blip r:embed="rId2" cstate="print"/>
            <a:srcRect/>
            <a:stretch>
              <a:fillRect/>
            </a:stretch>
          </p:blipFill>
          <p:spPr bwMode="auto">
            <a:xfrm>
              <a:off x="4211960" y="1916832"/>
              <a:ext cx="238125" cy="171450"/>
            </a:xfrm>
            <a:prstGeom prst="rect">
              <a:avLst/>
            </a:prstGeom>
            <a:noFill/>
            <a:ln w="9525">
              <a:noFill/>
              <a:miter lim="800000"/>
              <a:headEnd/>
              <a:tailEnd/>
            </a:ln>
          </p:spPr>
        </p:pic>
        <p:sp>
          <p:nvSpPr>
            <p:cNvPr id="38" name="37 CuadroTexto"/>
            <p:cNvSpPr txBox="1"/>
            <p:nvPr/>
          </p:nvSpPr>
          <p:spPr>
            <a:xfrm>
              <a:off x="3347864" y="1844824"/>
              <a:ext cx="927720" cy="261610"/>
            </a:xfrm>
            <a:prstGeom prst="rect">
              <a:avLst/>
            </a:prstGeom>
            <a:noFill/>
          </p:spPr>
          <p:txBody>
            <a:bodyPr wrap="square" rtlCol="0">
              <a:spAutoFit/>
            </a:bodyPr>
            <a:lstStyle/>
            <a:p>
              <a:r>
                <a:rPr lang="es-ES" sz="1100" b="1" dirty="0" smtClean="0">
                  <a:solidFill>
                    <a:schemeClr val="dk1">
                      <a:hueOff val="0"/>
                      <a:satOff val="0"/>
                      <a:lumOff val="0"/>
                      <a:alphaOff val="0"/>
                    </a:schemeClr>
                  </a:solidFill>
                </a:rPr>
                <a:t>Responsable</a:t>
              </a:r>
            </a:p>
          </p:txBody>
        </p:sp>
      </p:grpSp>
      <p:grpSp>
        <p:nvGrpSpPr>
          <p:cNvPr id="39" name="41 Grupo"/>
          <p:cNvGrpSpPr/>
          <p:nvPr/>
        </p:nvGrpSpPr>
        <p:grpSpPr>
          <a:xfrm>
            <a:off x="7236296" y="4077072"/>
            <a:ext cx="1102221" cy="261610"/>
            <a:chOff x="3347864" y="1844824"/>
            <a:chExt cx="1102221" cy="261610"/>
          </a:xfrm>
        </p:grpSpPr>
        <p:pic>
          <p:nvPicPr>
            <p:cNvPr id="43" name="Picture 14"/>
            <p:cNvPicPr>
              <a:picLocks noChangeAspect="1" noChangeArrowheads="1"/>
            </p:cNvPicPr>
            <p:nvPr/>
          </p:nvPicPr>
          <p:blipFill>
            <a:blip r:embed="rId2" cstate="print"/>
            <a:srcRect/>
            <a:stretch>
              <a:fillRect/>
            </a:stretch>
          </p:blipFill>
          <p:spPr bwMode="auto">
            <a:xfrm>
              <a:off x="4211960" y="1916832"/>
              <a:ext cx="238125" cy="171450"/>
            </a:xfrm>
            <a:prstGeom prst="rect">
              <a:avLst/>
            </a:prstGeom>
            <a:noFill/>
            <a:ln w="9525">
              <a:noFill/>
              <a:miter lim="800000"/>
              <a:headEnd/>
              <a:tailEnd/>
            </a:ln>
          </p:spPr>
        </p:pic>
        <p:sp>
          <p:nvSpPr>
            <p:cNvPr id="44" name="43 CuadroTexto"/>
            <p:cNvSpPr txBox="1"/>
            <p:nvPr/>
          </p:nvSpPr>
          <p:spPr>
            <a:xfrm>
              <a:off x="3347864" y="1844824"/>
              <a:ext cx="927720" cy="261610"/>
            </a:xfrm>
            <a:prstGeom prst="rect">
              <a:avLst/>
            </a:prstGeom>
            <a:noFill/>
          </p:spPr>
          <p:txBody>
            <a:bodyPr wrap="square" rtlCol="0">
              <a:spAutoFit/>
            </a:bodyPr>
            <a:lstStyle/>
            <a:p>
              <a:r>
                <a:rPr lang="es-ES" sz="1100" b="1" dirty="0" smtClean="0">
                  <a:solidFill>
                    <a:schemeClr val="dk1">
                      <a:hueOff val="0"/>
                      <a:satOff val="0"/>
                      <a:lumOff val="0"/>
                      <a:alphaOff val="0"/>
                    </a:schemeClr>
                  </a:solidFill>
                </a:rPr>
                <a:t>Responsable</a:t>
              </a:r>
            </a:p>
          </p:txBody>
        </p:sp>
      </p:grpSp>
      <p:cxnSp>
        <p:nvCxnSpPr>
          <p:cNvPr id="49" name="48 Conector recto"/>
          <p:cNvCxnSpPr>
            <a:stCxn id="17" idx="2"/>
          </p:cNvCxnSpPr>
          <p:nvPr/>
        </p:nvCxnSpPr>
        <p:spPr>
          <a:xfrm flipH="1">
            <a:off x="827584" y="1983864"/>
            <a:ext cx="0" cy="43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51 Conector recto de flecha"/>
          <p:cNvCxnSpPr>
            <a:endCxn id="14" idx="1"/>
          </p:cNvCxnSpPr>
          <p:nvPr/>
        </p:nvCxnSpPr>
        <p:spPr>
          <a:xfrm>
            <a:off x="827584" y="2420888"/>
            <a:ext cx="21602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53 Conector recto de flecha"/>
          <p:cNvCxnSpPr>
            <a:stCxn id="14" idx="3"/>
            <a:endCxn id="12" idx="1"/>
          </p:cNvCxnSpPr>
          <p:nvPr/>
        </p:nvCxnSpPr>
        <p:spPr>
          <a:xfrm>
            <a:off x="2123728" y="2420888"/>
            <a:ext cx="14401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55 Conector recto de flecha"/>
          <p:cNvCxnSpPr>
            <a:stCxn id="12" idx="3"/>
          </p:cNvCxnSpPr>
          <p:nvPr/>
        </p:nvCxnSpPr>
        <p:spPr>
          <a:xfrm>
            <a:off x="3131840" y="2456892"/>
            <a:ext cx="14401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57 Conector recto de flecha"/>
          <p:cNvCxnSpPr/>
          <p:nvPr/>
        </p:nvCxnSpPr>
        <p:spPr>
          <a:xfrm>
            <a:off x="4355976" y="2564904"/>
            <a:ext cx="21602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58 Conector recto de flecha"/>
          <p:cNvCxnSpPr>
            <a:stCxn id="10" idx="3"/>
          </p:cNvCxnSpPr>
          <p:nvPr/>
        </p:nvCxnSpPr>
        <p:spPr>
          <a:xfrm flipV="1">
            <a:off x="5580112" y="2564904"/>
            <a:ext cx="36004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62 Conector recto de flecha"/>
          <p:cNvCxnSpPr/>
          <p:nvPr/>
        </p:nvCxnSpPr>
        <p:spPr>
          <a:xfrm>
            <a:off x="7020272" y="2564904"/>
            <a:ext cx="14401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66 Conector recto de flecha"/>
          <p:cNvCxnSpPr>
            <a:stCxn id="32" idx="1"/>
          </p:cNvCxnSpPr>
          <p:nvPr/>
        </p:nvCxnSpPr>
        <p:spPr>
          <a:xfrm flipH="1">
            <a:off x="6444208" y="3465004"/>
            <a:ext cx="64807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68 Conector recto de flecha"/>
          <p:cNvCxnSpPr>
            <a:stCxn id="31" idx="2"/>
            <a:endCxn id="41" idx="0"/>
          </p:cNvCxnSpPr>
          <p:nvPr/>
        </p:nvCxnSpPr>
        <p:spPr>
          <a:xfrm>
            <a:off x="7704348" y="3789040"/>
            <a:ext cx="0" cy="28803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70 Conector recto de flecha"/>
          <p:cNvCxnSpPr>
            <a:stCxn id="32" idx="0"/>
          </p:cNvCxnSpPr>
          <p:nvPr/>
        </p:nvCxnSpPr>
        <p:spPr>
          <a:xfrm flipV="1">
            <a:off x="7704348" y="2636912"/>
            <a:ext cx="0" cy="504056"/>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3" name="72 Conector recto de flecha"/>
          <p:cNvCxnSpPr>
            <a:endCxn id="97" idx="0"/>
          </p:cNvCxnSpPr>
          <p:nvPr/>
        </p:nvCxnSpPr>
        <p:spPr>
          <a:xfrm>
            <a:off x="7740352" y="4437112"/>
            <a:ext cx="0"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1" name="90 Rectángulo"/>
          <p:cNvSpPr/>
          <p:nvPr/>
        </p:nvSpPr>
        <p:spPr>
          <a:xfrm>
            <a:off x="4427984" y="2132856"/>
            <a:ext cx="4032448" cy="26642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2" name="91 CuadroTexto"/>
          <p:cNvSpPr txBox="1"/>
          <p:nvPr/>
        </p:nvSpPr>
        <p:spPr>
          <a:xfrm>
            <a:off x="5364088" y="1844824"/>
            <a:ext cx="2016224" cy="369332"/>
          </a:xfrm>
          <a:prstGeom prst="rect">
            <a:avLst/>
          </a:prstGeom>
          <a:noFill/>
        </p:spPr>
        <p:txBody>
          <a:bodyPr wrap="square" rtlCol="0">
            <a:spAutoFit/>
          </a:bodyPr>
          <a:lstStyle/>
          <a:p>
            <a:pPr algn="ctr"/>
            <a:r>
              <a:rPr lang="es-ES" dirty="0" smtClean="0"/>
              <a:t>Bloque</a:t>
            </a:r>
            <a:endParaRPr lang="es-ES" dirty="0"/>
          </a:p>
        </p:txBody>
      </p:sp>
      <p:grpSp>
        <p:nvGrpSpPr>
          <p:cNvPr id="42" name="94 Grupo"/>
          <p:cNvGrpSpPr/>
          <p:nvPr/>
        </p:nvGrpSpPr>
        <p:grpSpPr>
          <a:xfrm>
            <a:off x="7164288" y="5445224"/>
            <a:ext cx="1296144" cy="648072"/>
            <a:chOff x="4306114" y="2280"/>
            <a:chExt cx="1663600" cy="998160"/>
          </a:xfrm>
        </p:grpSpPr>
        <p:sp>
          <p:nvSpPr>
            <p:cNvPr id="96" name="95 Rectángulo"/>
            <p:cNvSpPr/>
            <p:nvPr/>
          </p:nvSpPr>
          <p:spPr>
            <a:xfrm>
              <a:off x="4306114"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97" name="96 Rectángulo"/>
            <p:cNvSpPr/>
            <p:nvPr/>
          </p:nvSpPr>
          <p:spPr>
            <a:xfrm>
              <a:off x="4306114"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smtClean="0"/>
                <a:t>Repetir el bloque para las fases 5-6 and 7-8</a:t>
              </a:r>
              <a:endParaRPr lang="es-ES" sz="1100" b="1" kern="1200" dirty="0"/>
            </a:p>
          </p:txBody>
        </p:sp>
      </p:grpSp>
      <p:cxnSp>
        <p:nvCxnSpPr>
          <p:cNvPr id="99" name="98 Conector recto"/>
          <p:cNvCxnSpPr>
            <a:stCxn id="38" idx="1"/>
          </p:cNvCxnSpPr>
          <p:nvPr/>
        </p:nvCxnSpPr>
        <p:spPr>
          <a:xfrm flipH="1">
            <a:off x="5004048" y="3487797"/>
            <a:ext cx="2880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100 Conector recto de flecha"/>
          <p:cNvCxnSpPr>
            <a:endCxn id="10" idx="2"/>
          </p:cNvCxnSpPr>
          <p:nvPr/>
        </p:nvCxnSpPr>
        <p:spPr>
          <a:xfrm flipV="1">
            <a:off x="5004048" y="2847960"/>
            <a:ext cx="0" cy="6530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102 Conector recto de flecha"/>
          <p:cNvCxnSpPr>
            <a:stCxn id="97" idx="1"/>
          </p:cNvCxnSpPr>
          <p:nvPr/>
        </p:nvCxnSpPr>
        <p:spPr>
          <a:xfrm flipH="1">
            <a:off x="6660232" y="5769260"/>
            <a:ext cx="50405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5" name="104 Grupo"/>
          <p:cNvGrpSpPr/>
          <p:nvPr/>
        </p:nvGrpSpPr>
        <p:grpSpPr>
          <a:xfrm>
            <a:off x="5652120" y="5589240"/>
            <a:ext cx="1008112" cy="427072"/>
            <a:chOff x="4306114" y="2280"/>
            <a:chExt cx="1663600" cy="998160"/>
          </a:xfrm>
        </p:grpSpPr>
        <p:sp>
          <p:nvSpPr>
            <p:cNvPr id="106" name="105 Rectángulo"/>
            <p:cNvSpPr/>
            <p:nvPr/>
          </p:nvSpPr>
          <p:spPr>
            <a:xfrm>
              <a:off x="4306114"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7" name="106 Rectángulo"/>
            <p:cNvSpPr/>
            <p:nvPr/>
          </p:nvSpPr>
          <p:spPr>
            <a:xfrm>
              <a:off x="4306114"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smtClean="0"/>
                <a:t>Gestión de costes</a:t>
              </a:r>
              <a:endParaRPr lang="es-ES" sz="1100" b="1" kern="1200" dirty="0"/>
            </a:p>
          </p:txBody>
        </p:sp>
      </p:grpSp>
      <p:grpSp>
        <p:nvGrpSpPr>
          <p:cNvPr id="46" name="109 Grupo"/>
          <p:cNvGrpSpPr/>
          <p:nvPr/>
        </p:nvGrpSpPr>
        <p:grpSpPr>
          <a:xfrm>
            <a:off x="4139952" y="5445224"/>
            <a:ext cx="1224136" cy="792088"/>
            <a:chOff x="213656" y="2280"/>
            <a:chExt cx="1663600" cy="998160"/>
          </a:xfrm>
        </p:grpSpPr>
        <p:sp>
          <p:nvSpPr>
            <p:cNvPr id="111" name="110 Rectángulo"/>
            <p:cNvSpPr/>
            <p:nvPr/>
          </p:nvSpPr>
          <p:spPr>
            <a:xfrm>
              <a:off x="213656"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12" name="111 Rectángulo"/>
            <p:cNvSpPr/>
            <p:nvPr/>
          </p:nvSpPr>
          <p:spPr>
            <a:xfrm>
              <a:off x="213656"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smtClean="0"/>
                <a:t>Crear una lección aprendida si se considera oportuno</a:t>
              </a:r>
              <a:endParaRPr lang="es-ES" sz="1100" b="1" kern="1200" dirty="0"/>
            </a:p>
          </p:txBody>
        </p:sp>
      </p:grpSp>
      <p:cxnSp>
        <p:nvCxnSpPr>
          <p:cNvPr id="114" name="113 Conector recto de flecha"/>
          <p:cNvCxnSpPr>
            <a:stCxn id="107" idx="1"/>
            <a:endCxn id="112" idx="3"/>
          </p:cNvCxnSpPr>
          <p:nvPr/>
        </p:nvCxnSpPr>
        <p:spPr>
          <a:xfrm flipH="1">
            <a:off x="5364088" y="5802776"/>
            <a:ext cx="28803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7"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2.1 </a:t>
            </a:r>
            <a:r>
              <a:rPr lang="es-ES" b="1" dirty="0" smtClean="0"/>
              <a:t>Diagrama de flujo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cxnSp>
        <p:nvCxnSpPr>
          <p:cNvPr id="76" name="75 Conector recto de flecha"/>
          <p:cNvCxnSpPr/>
          <p:nvPr/>
        </p:nvCxnSpPr>
        <p:spPr>
          <a:xfrm>
            <a:off x="6156176" y="4437112"/>
            <a:ext cx="0" cy="1152128"/>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64" name="63 CuadroTexto"/>
          <p:cNvSpPr txBox="1"/>
          <p:nvPr/>
        </p:nvSpPr>
        <p:spPr>
          <a:xfrm>
            <a:off x="6732240" y="3212976"/>
            <a:ext cx="360040" cy="215444"/>
          </a:xfrm>
          <a:prstGeom prst="rect">
            <a:avLst/>
          </a:prstGeom>
          <a:noFill/>
        </p:spPr>
        <p:txBody>
          <a:bodyPr wrap="square" rtlCol="0">
            <a:spAutoFit/>
          </a:bodyPr>
          <a:lstStyle/>
          <a:p>
            <a:r>
              <a:rPr lang="es-ES" sz="800" dirty="0" smtClean="0"/>
              <a:t>NO</a:t>
            </a:r>
            <a:endParaRPr lang="es-ES" sz="800" dirty="0"/>
          </a:p>
        </p:txBody>
      </p:sp>
      <p:sp>
        <p:nvSpPr>
          <p:cNvPr id="65" name="64 CuadroTexto"/>
          <p:cNvSpPr txBox="1"/>
          <p:nvPr/>
        </p:nvSpPr>
        <p:spPr>
          <a:xfrm>
            <a:off x="7740352" y="3789040"/>
            <a:ext cx="360040" cy="215444"/>
          </a:xfrm>
          <a:prstGeom prst="rect">
            <a:avLst/>
          </a:prstGeom>
          <a:noFill/>
        </p:spPr>
        <p:txBody>
          <a:bodyPr wrap="square" rtlCol="0">
            <a:spAutoFit/>
          </a:bodyPr>
          <a:lstStyle/>
          <a:p>
            <a:r>
              <a:rPr lang="es-ES" sz="800" dirty="0" smtClean="0"/>
              <a:t>SI</a:t>
            </a:r>
            <a:endParaRPr lang="es-ES" sz="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0" y="2996952"/>
            <a:ext cx="9144000" cy="532656"/>
          </a:xfrm>
        </p:spPr>
        <p:txBody>
          <a:bodyPr/>
          <a:lstStyle/>
          <a:p>
            <a:pPr algn="ctr">
              <a:buNone/>
            </a:pPr>
            <a:r>
              <a:rPr lang="es-ES" dirty="0" smtClean="0"/>
              <a:t>3. ETAPA 1: CREAR NC</a:t>
            </a:r>
            <a:endParaRPr lang="es-E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3.1 Crear  NC</a:t>
            </a:r>
            <a:endParaRPr lang="es-ES" sz="1800" b="1"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323528" y="1268760"/>
            <a:ext cx="8503920" cy="5040560"/>
          </a:xfrm>
          <a:prstGeom prst="rect">
            <a:avLst/>
          </a:prstGeom>
          <a:noFill/>
          <a:ln w="9525">
            <a:noFill/>
            <a:miter lim="800000"/>
            <a:headEnd/>
            <a:tailEnd/>
          </a:ln>
        </p:spPr>
      </p:pic>
      <p:sp>
        <p:nvSpPr>
          <p:cNvPr id="7" name="6 Elipse"/>
          <p:cNvSpPr/>
          <p:nvPr/>
        </p:nvSpPr>
        <p:spPr>
          <a:xfrm>
            <a:off x="323528" y="2492896"/>
            <a:ext cx="432048" cy="50405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755576" y="2564904"/>
            <a:ext cx="1728192" cy="369332"/>
          </a:xfrm>
          <a:prstGeom prst="rect">
            <a:avLst/>
          </a:prstGeom>
          <a:noFill/>
        </p:spPr>
        <p:txBody>
          <a:bodyPr wrap="square" rtlCol="0">
            <a:spAutoFit/>
          </a:bodyPr>
          <a:lstStyle/>
          <a:p>
            <a:r>
              <a:rPr lang="es-ES" dirty="0" smtClean="0">
                <a:solidFill>
                  <a:srgbClr val="0000FF"/>
                </a:solidFill>
              </a:rPr>
              <a:t>Crear nueva NC</a:t>
            </a:r>
            <a:endParaRPr lang="es-ES" dirty="0">
              <a:solidFill>
                <a:srgbClr val="0000FF"/>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3.2 Campos Obligatorios para notificación de la Nueva NC</a:t>
            </a:r>
            <a:endParaRPr lang="es-ES" sz="1800" b="1"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121693" y="1340768"/>
            <a:ext cx="8842795" cy="5112568"/>
          </a:xfrm>
          <a:prstGeom prst="rect">
            <a:avLst/>
          </a:prstGeom>
          <a:noFill/>
          <a:ln w="9525">
            <a:noFill/>
            <a:miter lim="800000"/>
            <a:headEnd/>
            <a:tailEnd/>
          </a:ln>
        </p:spPr>
      </p:pic>
      <p:sp>
        <p:nvSpPr>
          <p:cNvPr id="6" name="5 Rectángulo"/>
          <p:cNvSpPr/>
          <p:nvPr/>
        </p:nvSpPr>
        <p:spPr>
          <a:xfrm>
            <a:off x="179512" y="1844824"/>
            <a:ext cx="1008112" cy="504056"/>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2915816" y="2420888"/>
            <a:ext cx="792088"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179512" y="4077072"/>
            <a:ext cx="504056" cy="57606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2699792" y="3573016"/>
            <a:ext cx="792088" cy="21602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6372200" y="3573016"/>
            <a:ext cx="792088" cy="21602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4294967295"/>
          </p:nvPr>
        </p:nvPicPr>
        <p:blipFill>
          <a:blip r:embed="rId2" cstate="print"/>
          <a:srcRect/>
          <a:stretch>
            <a:fillRect/>
          </a:stretch>
        </p:blipFill>
        <p:spPr bwMode="auto">
          <a:xfrm>
            <a:off x="323528" y="1556792"/>
            <a:ext cx="2305050" cy="1817688"/>
          </a:xfrm>
          <a:prstGeom prst="rect">
            <a:avLst/>
          </a:prstGeom>
          <a:noFill/>
          <a:ln w="19050">
            <a:solidFill>
              <a:schemeClr val="tx1"/>
            </a:solidFill>
            <a:miter lim="800000"/>
            <a:headEnd/>
            <a:tailEnd/>
          </a:ln>
        </p:spPr>
      </p:pic>
      <p:pic>
        <p:nvPicPr>
          <p:cNvPr id="7171" name="Picture 3"/>
          <p:cNvPicPr>
            <a:picLocks noChangeAspect="1" noChangeArrowheads="1"/>
          </p:cNvPicPr>
          <p:nvPr/>
        </p:nvPicPr>
        <p:blipFill>
          <a:blip r:embed="rId3" cstate="print"/>
          <a:srcRect r="2778"/>
          <a:stretch>
            <a:fillRect/>
          </a:stretch>
        </p:blipFill>
        <p:spPr bwMode="auto">
          <a:xfrm>
            <a:off x="2771800" y="1556792"/>
            <a:ext cx="1931603" cy="1224136"/>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2843808" y="3284984"/>
            <a:ext cx="5335690" cy="2664321"/>
          </a:xfrm>
          <a:prstGeom prst="rect">
            <a:avLst/>
          </a:prstGeom>
          <a:noFill/>
          <a:ln w="9525">
            <a:noFill/>
            <a:miter lim="800000"/>
            <a:headEnd/>
            <a:tailEnd/>
          </a:ln>
        </p:spPr>
      </p:pic>
      <p:sp>
        <p:nvSpPr>
          <p:cNvPr id="8" name="7 CuadroTexto"/>
          <p:cNvSpPr txBox="1"/>
          <p:nvPr/>
        </p:nvSpPr>
        <p:spPr>
          <a:xfrm>
            <a:off x="323528" y="1700808"/>
            <a:ext cx="288032" cy="369332"/>
          </a:xfrm>
          <a:prstGeom prst="rect">
            <a:avLst/>
          </a:prstGeom>
          <a:noFill/>
        </p:spPr>
        <p:txBody>
          <a:bodyPr wrap="square" rtlCol="0">
            <a:spAutoFit/>
          </a:bodyPr>
          <a:lstStyle/>
          <a:p>
            <a:r>
              <a:rPr lang="es-ES" dirty="0" smtClean="0">
                <a:solidFill>
                  <a:srgbClr val="0000FF"/>
                </a:solidFill>
              </a:rPr>
              <a:t>1</a:t>
            </a:r>
            <a:endParaRPr lang="es-ES" dirty="0">
              <a:solidFill>
                <a:srgbClr val="0000FF"/>
              </a:solidFill>
            </a:endParaRPr>
          </a:p>
        </p:txBody>
      </p:sp>
      <p:sp>
        <p:nvSpPr>
          <p:cNvPr id="9" name="8 CuadroTexto"/>
          <p:cNvSpPr txBox="1"/>
          <p:nvPr/>
        </p:nvSpPr>
        <p:spPr>
          <a:xfrm>
            <a:off x="2771800" y="1700808"/>
            <a:ext cx="288032" cy="369332"/>
          </a:xfrm>
          <a:prstGeom prst="rect">
            <a:avLst/>
          </a:prstGeom>
          <a:noFill/>
        </p:spPr>
        <p:txBody>
          <a:bodyPr wrap="square" rtlCol="0">
            <a:spAutoFit/>
          </a:bodyPr>
          <a:lstStyle/>
          <a:p>
            <a:r>
              <a:rPr lang="es-ES" dirty="0" smtClean="0">
                <a:solidFill>
                  <a:srgbClr val="0000FF"/>
                </a:solidFill>
              </a:rPr>
              <a:t>2</a:t>
            </a:r>
            <a:endParaRPr lang="es-ES" dirty="0">
              <a:solidFill>
                <a:srgbClr val="0000FF"/>
              </a:solidFill>
            </a:endParaRPr>
          </a:p>
        </p:txBody>
      </p:sp>
      <p:sp>
        <p:nvSpPr>
          <p:cNvPr id="10" name="9 CuadroTexto"/>
          <p:cNvSpPr txBox="1"/>
          <p:nvPr/>
        </p:nvSpPr>
        <p:spPr>
          <a:xfrm>
            <a:off x="2843808" y="3356992"/>
            <a:ext cx="288032" cy="369332"/>
          </a:xfrm>
          <a:prstGeom prst="rect">
            <a:avLst/>
          </a:prstGeom>
          <a:noFill/>
        </p:spPr>
        <p:txBody>
          <a:bodyPr wrap="square" rtlCol="0">
            <a:spAutoFit/>
          </a:bodyPr>
          <a:lstStyle/>
          <a:p>
            <a:r>
              <a:rPr lang="es-ES" dirty="0" smtClean="0">
                <a:solidFill>
                  <a:srgbClr val="0000FF"/>
                </a:solidFill>
              </a:rPr>
              <a:t>3</a:t>
            </a:r>
            <a:endParaRPr lang="es-ES" dirty="0">
              <a:solidFill>
                <a:srgbClr val="0000FF"/>
              </a:solidFill>
            </a:endParaRPr>
          </a:p>
        </p:txBody>
      </p:sp>
      <p:sp>
        <p:nvSpPr>
          <p:cNvPr id="11" name="10 CuadroTexto"/>
          <p:cNvSpPr txBox="1"/>
          <p:nvPr/>
        </p:nvSpPr>
        <p:spPr>
          <a:xfrm>
            <a:off x="5076056" y="1412776"/>
            <a:ext cx="3600400" cy="1815882"/>
          </a:xfrm>
          <a:prstGeom prst="rect">
            <a:avLst/>
          </a:prstGeom>
          <a:noFill/>
          <a:ln w="19050">
            <a:solidFill>
              <a:srgbClr val="0000FF"/>
            </a:solidFill>
          </a:ln>
        </p:spPr>
        <p:txBody>
          <a:bodyPr wrap="square" rtlCol="0">
            <a:spAutoFit/>
          </a:bodyPr>
          <a:lstStyle/>
          <a:p>
            <a:r>
              <a:rPr lang="es-ES" sz="1600" dirty="0" smtClean="0"/>
              <a:t>La </a:t>
            </a:r>
            <a:r>
              <a:rPr lang="es-ES" sz="1600" b="1" dirty="0" smtClean="0"/>
              <a:t>procedencia</a:t>
            </a:r>
            <a:r>
              <a:rPr lang="es-ES" sz="1600" dirty="0" smtClean="0"/>
              <a:t> de las NC define dónde se ha generado la no conformidad y por lo tanto a quién se le abre. Puede ser detectada:</a:t>
            </a:r>
          </a:p>
          <a:p>
            <a:r>
              <a:rPr lang="es-ES" sz="1600" dirty="0" smtClean="0"/>
              <a:t>-Internamente</a:t>
            </a:r>
          </a:p>
          <a:p>
            <a:r>
              <a:rPr lang="es-ES" sz="1600" dirty="0" smtClean="0"/>
              <a:t>-En una Planta </a:t>
            </a:r>
            <a:r>
              <a:rPr lang="es-ES" sz="1600" dirty="0" err="1" smtClean="0"/>
              <a:t>Batz</a:t>
            </a:r>
            <a:endParaRPr lang="es-ES" sz="1600" dirty="0" smtClean="0"/>
          </a:p>
          <a:p>
            <a:r>
              <a:rPr lang="es-ES" sz="1600" dirty="0" smtClean="0"/>
              <a:t>-En proveedor.</a:t>
            </a:r>
            <a:endParaRPr lang="es-ES" sz="1600" dirty="0"/>
          </a:p>
        </p:txBody>
      </p:sp>
      <p:sp>
        <p:nvSpPr>
          <p:cNvPr id="13" name="1 Título"/>
          <p:cNvSpPr txBox="1">
            <a:spLocks/>
          </p:cNvSpPr>
          <p:nvPr/>
        </p:nvSpPr>
        <p:spPr>
          <a:xfrm>
            <a:off x="323528" y="836712"/>
            <a:ext cx="8229600" cy="360040"/>
          </a:xfrm>
          <a:prstGeom prst="rect">
            <a:avLst/>
          </a:prstGeom>
        </p:spPr>
        <p:txBody>
          <a:bodyPr/>
          <a:lstStyle/>
          <a:p>
            <a:pPr lvl="0">
              <a:spcBef>
                <a:spcPct val="0"/>
              </a:spcBef>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3.3 </a:t>
            </a:r>
            <a:r>
              <a:rPr lang="es-ES" b="1" dirty="0" smtClean="0"/>
              <a:t>Cumplimentación de los campos de la NC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txBox="1">
            <a:spLocks/>
          </p:cNvSpPr>
          <p:nvPr/>
        </p:nvSpPr>
        <p:spPr>
          <a:xfrm>
            <a:off x="323528" y="836712"/>
            <a:ext cx="8229600" cy="36004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3.3 Cumplimentación de los campos de la NC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7" name="Picture 2"/>
          <p:cNvPicPr>
            <a:picLocks noGrp="1" noChangeAspect="1" noChangeArrowheads="1"/>
          </p:cNvPicPr>
          <p:nvPr>
            <p:ph idx="1"/>
          </p:nvPr>
        </p:nvPicPr>
        <p:blipFill>
          <a:blip r:embed="rId2" cstate="print"/>
          <a:srcRect/>
          <a:stretch>
            <a:fillRect/>
          </a:stretch>
        </p:blipFill>
        <p:spPr bwMode="auto">
          <a:xfrm>
            <a:off x="179512" y="1412776"/>
            <a:ext cx="8807299" cy="5112568"/>
          </a:xfrm>
          <a:prstGeom prst="rect">
            <a:avLst/>
          </a:prstGeom>
          <a:noFill/>
          <a:ln w="9525">
            <a:noFill/>
            <a:miter lim="800000"/>
            <a:headEnd/>
            <a:tailEnd/>
          </a:ln>
        </p:spPr>
      </p:pic>
      <p:sp>
        <p:nvSpPr>
          <p:cNvPr id="8" name="7 Rectángulo"/>
          <p:cNvSpPr/>
          <p:nvPr/>
        </p:nvSpPr>
        <p:spPr>
          <a:xfrm>
            <a:off x="237331" y="2492896"/>
            <a:ext cx="1138234" cy="288032"/>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3707904" y="2492896"/>
            <a:ext cx="432048" cy="288032"/>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3491880" y="1556792"/>
            <a:ext cx="5184576" cy="584775"/>
          </a:xfrm>
          <a:prstGeom prst="rect">
            <a:avLst/>
          </a:prstGeom>
          <a:noFill/>
          <a:ln w="19050">
            <a:solidFill>
              <a:srgbClr val="92D050"/>
            </a:solidFill>
          </a:ln>
        </p:spPr>
        <p:txBody>
          <a:bodyPr wrap="square" rtlCol="0">
            <a:spAutoFit/>
          </a:bodyPr>
          <a:lstStyle/>
          <a:p>
            <a:r>
              <a:rPr lang="es-ES" sz="1600" dirty="0" smtClean="0"/>
              <a:t>Al rellenar el campo referencia, los campos tipo producto y proyecto se cumplimentan automáticamente</a:t>
            </a:r>
            <a:endParaRPr lang="es-ES" sz="1600" dirty="0"/>
          </a:p>
        </p:txBody>
      </p:sp>
      <p:sp>
        <p:nvSpPr>
          <p:cNvPr id="11" name="10 CuadroTexto"/>
          <p:cNvSpPr txBox="1"/>
          <p:nvPr/>
        </p:nvSpPr>
        <p:spPr>
          <a:xfrm>
            <a:off x="1907704" y="1700808"/>
            <a:ext cx="1067095" cy="276999"/>
          </a:xfrm>
          <a:prstGeom prst="rect">
            <a:avLst/>
          </a:prstGeom>
          <a:noFill/>
        </p:spPr>
        <p:txBody>
          <a:bodyPr wrap="square" rtlCol="0">
            <a:spAutoFit/>
          </a:bodyPr>
          <a:lstStyle/>
          <a:p>
            <a:r>
              <a:rPr lang="es-ES" sz="1200" dirty="0" smtClean="0">
                <a:solidFill>
                  <a:srgbClr val="FF0066"/>
                </a:solidFill>
              </a:rPr>
              <a:t>Automático</a:t>
            </a:r>
            <a:endParaRPr lang="es-ES" sz="1200" dirty="0">
              <a:solidFill>
                <a:srgbClr val="FF0066"/>
              </a:solidFill>
            </a:endParaRPr>
          </a:p>
        </p:txBody>
      </p:sp>
      <p:sp>
        <p:nvSpPr>
          <p:cNvPr id="12" name="11 Elipse"/>
          <p:cNvSpPr/>
          <p:nvPr/>
        </p:nvSpPr>
        <p:spPr>
          <a:xfrm>
            <a:off x="1619673" y="1700808"/>
            <a:ext cx="1558698" cy="720080"/>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13 Conector recto de flecha"/>
          <p:cNvCxnSpPr>
            <a:stCxn id="10" idx="1"/>
            <a:endCxn id="8" idx="3"/>
          </p:cNvCxnSpPr>
          <p:nvPr/>
        </p:nvCxnSpPr>
        <p:spPr>
          <a:xfrm flipH="1">
            <a:off x="1375565" y="1849180"/>
            <a:ext cx="2116315" cy="787732"/>
          </a:xfrm>
          <a:prstGeom prst="straightConnector1">
            <a:avLst/>
          </a:prstGeom>
          <a:ln w="190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a:endCxn id="9" idx="0"/>
          </p:cNvCxnSpPr>
          <p:nvPr/>
        </p:nvCxnSpPr>
        <p:spPr>
          <a:xfrm flipH="1">
            <a:off x="3923928" y="2132856"/>
            <a:ext cx="302222" cy="360040"/>
          </a:xfrm>
          <a:prstGeom prst="straightConnector1">
            <a:avLst/>
          </a:prstGeom>
          <a:ln w="19050">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3117651" y="4293096"/>
            <a:ext cx="1920771" cy="369332"/>
          </a:xfrm>
          <a:prstGeom prst="rect">
            <a:avLst/>
          </a:prstGeom>
          <a:noFill/>
          <a:ln w="19050">
            <a:solidFill>
              <a:schemeClr val="accent6">
                <a:lumMod val="75000"/>
              </a:schemeClr>
            </a:solidFill>
          </a:ln>
        </p:spPr>
        <p:txBody>
          <a:bodyPr wrap="square" rtlCol="0">
            <a:spAutoFit/>
          </a:bodyPr>
          <a:lstStyle/>
          <a:p>
            <a:r>
              <a:rPr lang="es-ES" dirty="0" smtClean="0">
                <a:solidFill>
                  <a:schemeClr val="accent6">
                    <a:lumMod val="75000"/>
                  </a:schemeClr>
                </a:solidFill>
              </a:rPr>
              <a:t>Campos Manuales</a:t>
            </a:r>
            <a:endParaRPr lang="es-ES" dirty="0">
              <a:solidFill>
                <a:schemeClr val="accent6">
                  <a:lumMod val="75000"/>
                </a:schemeClr>
              </a:solidFill>
            </a:endParaRPr>
          </a:p>
        </p:txBody>
      </p:sp>
      <p:sp>
        <p:nvSpPr>
          <p:cNvPr id="26" name="25 Elipse"/>
          <p:cNvSpPr/>
          <p:nvPr/>
        </p:nvSpPr>
        <p:spPr>
          <a:xfrm>
            <a:off x="1605483" y="2492896"/>
            <a:ext cx="355698"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28 Elipse"/>
          <p:cNvSpPr/>
          <p:nvPr/>
        </p:nvSpPr>
        <p:spPr>
          <a:xfrm>
            <a:off x="2181547" y="2492896"/>
            <a:ext cx="711397"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29 Elipse"/>
          <p:cNvSpPr/>
          <p:nvPr/>
        </p:nvSpPr>
        <p:spPr>
          <a:xfrm>
            <a:off x="2973635" y="2492896"/>
            <a:ext cx="734269"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30 Elipse"/>
          <p:cNvSpPr/>
          <p:nvPr/>
        </p:nvSpPr>
        <p:spPr>
          <a:xfrm>
            <a:off x="4269779" y="2492896"/>
            <a:ext cx="924815"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31 Elipse"/>
          <p:cNvSpPr/>
          <p:nvPr/>
        </p:nvSpPr>
        <p:spPr>
          <a:xfrm>
            <a:off x="2829619" y="3645024"/>
            <a:ext cx="711397"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32 Elipse"/>
          <p:cNvSpPr/>
          <p:nvPr/>
        </p:nvSpPr>
        <p:spPr>
          <a:xfrm>
            <a:off x="6574035" y="3645024"/>
            <a:ext cx="711397"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33 Elipse"/>
          <p:cNvSpPr/>
          <p:nvPr/>
        </p:nvSpPr>
        <p:spPr>
          <a:xfrm>
            <a:off x="165323" y="4293096"/>
            <a:ext cx="711397"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34 Elipse"/>
          <p:cNvSpPr/>
          <p:nvPr/>
        </p:nvSpPr>
        <p:spPr>
          <a:xfrm>
            <a:off x="1461467" y="4797152"/>
            <a:ext cx="924815"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35 Elipse"/>
          <p:cNvSpPr/>
          <p:nvPr/>
        </p:nvSpPr>
        <p:spPr>
          <a:xfrm>
            <a:off x="309339" y="4797152"/>
            <a:ext cx="995955"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36 Elipse"/>
          <p:cNvSpPr/>
          <p:nvPr/>
        </p:nvSpPr>
        <p:spPr>
          <a:xfrm>
            <a:off x="179512" y="5085184"/>
            <a:ext cx="1224136" cy="108012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3.4 Guardar y Notificar</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8194" name="Picture 2"/>
          <p:cNvPicPr>
            <a:picLocks noChangeAspect="1" noChangeArrowheads="1"/>
          </p:cNvPicPr>
          <p:nvPr/>
        </p:nvPicPr>
        <p:blipFill>
          <a:blip r:embed="rId2" cstate="print"/>
          <a:srcRect r="2053"/>
          <a:stretch>
            <a:fillRect/>
          </a:stretch>
        </p:blipFill>
        <p:spPr bwMode="auto">
          <a:xfrm>
            <a:off x="611560" y="1484784"/>
            <a:ext cx="7920880" cy="5184576"/>
          </a:xfrm>
          <a:prstGeom prst="rect">
            <a:avLst/>
          </a:prstGeom>
          <a:solidFill>
            <a:schemeClr val="bg1"/>
          </a:solid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611560" y="1340768"/>
            <a:ext cx="514920" cy="149493"/>
          </a:xfrm>
          <a:prstGeom prst="rect">
            <a:avLst/>
          </a:prstGeom>
          <a:noFill/>
          <a:ln w="9525">
            <a:noFill/>
            <a:miter lim="800000"/>
            <a:headEnd/>
            <a:tailEnd/>
          </a:ln>
        </p:spPr>
      </p:pic>
      <p:sp>
        <p:nvSpPr>
          <p:cNvPr id="8" name="7 Elipse"/>
          <p:cNvSpPr/>
          <p:nvPr/>
        </p:nvSpPr>
        <p:spPr>
          <a:xfrm>
            <a:off x="4427984" y="6309320"/>
            <a:ext cx="504056"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4283968" y="6021288"/>
            <a:ext cx="720080" cy="276999"/>
          </a:xfrm>
          <a:prstGeom prst="rect">
            <a:avLst/>
          </a:prstGeom>
          <a:noFill/>
        </p:spPr>
        <p:txBody>
          <a:bodyPr wrap="square" rtlCol="0">
            <a:spAutoFit/>
          </a:bodyPr>
          <a:lstStyle/>
          <a:p>
            <a:r>
              <a:rPr lang="es-ES" sz="1200" dirty="0" smtClean="0">
                <a:solidFill>
                  <a:srgbClr val="0000FF"/>
                </a:solidFill>
              </a:rPr>
              <a:t>Guardar</a:t>
            </a:r>
            <a:endParaRPr lang="es-ES" sz="1200" dirty="0">
              <a:solidFill>
                <a:srgbClr val="0000FF"/>
              </a:solidFill>
            </a:endParaRPr>
          </a:p>
        </p:txBody>
      </p:sp>
      <p:sp>
        <p:nvSpPr>
          <p:cNvPr id="10" name="9 Elipse"/>
          <p:cNvSpPr/>
          <p:nvPr/>
        </p:nvSpPr>
        <p:spPr>
          <a:xfrm>
            <a:off x="683568" y="1268760"/>
            <a:ext cx="288032"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p:cNvSpPr txBox="1"/>
          <p:nvPr/>
        </p:nvSpPr>
        <p:spPr>
          <a:xfrm>
            <a:off x="539552" y="1628800"/>
            <a:ext cx="720080" cy="276999"/>
          </a:xfrm>
          <a:prstGeom prst="rect">
            <a:avLst/>
          </a:prstGeom>
          <a:noFill/>
          <a:ln>
            <a:solidFill>
              <a:srgbClr val="0000FF"/>
            </a:solidFill>
          </a:ln>
        </p:spPr>
        <p:txBody>
          <a:bodyPr wrap="square" rtlCol="0">
            <a:spAutoFit/>
          </a:bodyPr>
          <a:lstStyle/>
          <a:p>
            <a:r>
              <a:rPr lang="es-ES" sz="1200" dirty="0" smtClean="0">
                <a:solidFill>
                  <a:srgbClr val="0000FF"/>
                </a:solidFill>
              </a:rPr>
              <a:t>Notificar</a:t>
            </a:r>
            <a:endParaRPr lang="es-ES" sz="1200" dirty="0">
              <a:solidFill>
                <a:srgbClr val="0000FF"/>
              </a:solidFill>
            </a:endParaRPr>
          </a:p>
        </p:txBody>
      </p:sp>
      <p:pic>
        <p:nvPicPr>
          <p:cNvPr id="8196" name="Picture 4"/>
          <p:cNvPicPr>
            <a:picLocks noChangeAspect="1" noChangeArrowheads="1"/>
          </p:cNvPicPr>
          <p:nvPr/>
        </p:nvPicPr>
        <p:blipFill>
          <a:blip r:embed="rId4" cstate="print"/>
          <a:srcRect l="2947"/>
          <a:stretch>
            <a:fillRect/>
          </a:stretch>
        </p:blipFill>
        <p:spPr bwMode="auto">
          <a:xfrm>
            <a:off x="2699792" y="1844824"/>
            <a:ext cx="2227883" cy="1457325"/>
          </a:xfrm>
          <a:prstGeom prst="rect">
            <a:avLst/>
          </a:prstGeom>
          <a:noFill/>
          <a:ln w="19050">
            <a:solidFill>
              <a:srgbClr val="0000FF"/>
            </a:solidFill>
            <a:miter lim="800000"/>
            <a:headEnd/>
            <a:tailEnd/>
          </a:ln>
        </p:spPr>
      </p:pic>
      <p:cxnSp>
        <p:nvCxnSpPr>
          <p:cNvPr id="14" name="13 Conector recto de flecha"/>
          <p:cNvCxnSpPr>
            <a:stCxn id="11" idx="3"/>
          </p:cNvCxnSpPr>
          <p:nvPr/>
        </p:nvCxnSpPr>
        <p:spPr>
          <a:xfrm>
            <a:off x="1259632" y="1767300"/>
            <a:ext cx="1440160" cy="65358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p:nvPr/>
        </p:nvCxnSpPr>
        <p:spPr>
          <a:xfrm>
            <a:off x="4932040" y="2492896"/>
            <a:ext cx="720080"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5652120" y="2204864"/>
            <a:ext cx="1728192" cy="830997"/>
          </a:xfrm>
          <a:prstGeom prst="rect">
            <a:avLst/>
          </a:prstGeom>
          <a:solidFill>
            <a:schemeClr val="bg1"/>
          </a:solidFill>
          <a:ln w="19050">
            <a:solidFill>
              <a:srgbClr val="0000FF"/>
            </a:solidFill>
          </a:ln>
        </p:spPr>
        <p:txBody>
          <a:bodyPr wrap="square" rtlCol="0">
            <a:spAutoFit/>
          </a:bodyPr>
          <a:lstStyle/>
          <a:p>
            <a:r>
              <a:rPr lang="es-ES" sz="1200" dirty="0" smtClean="0">
                <a:solidFill>
                  <a:srgbClr val="0000FF"/>
                </a:solidFill>
              </a:rPr>
              <a:t>Envío del email Correspondiente al responsable + cambio de símbolo.</a:t>
            </a:r>
            <a:endParaRPr lang="es-ES" sz="1200" dirty="0">
              <a:solidFill>
                <a:srgbClr val="0000FF"/>
              </a:solidFill>
            </a:endParaRPr>
          </a:p>
        </p:txBody>
      </p:sp>
      <p:pic>
        <p:nvPicPr>
          <p:cNvPr id="1026" name="Picture 2"/>
          <p:cNvPicPr>
            <a:picLocks noChangeAspect="1" noChangeArrowheads="1"/>
          </p:cNvPicPr>
          <p:nvPr/>
        </p:nvPicPr>
        <p:blipFill>
          <a:blip r:embed="rId5" cstate="print"/>
          <a:srcRect/>
          <a:stretch>
            <a:fillRect/>
          </a:stretch>
        </p:blipFill>
        <p:spPr bwMode="auto">
          <a:xfrm>
            <a:off x="6948264" y="2780928"/>
            <a:ext cx="247650" cy="209550"/>
          </a:xfrm>
          <a:prstGeom prst="rect">
            <a:avLst/>
          </a:prstGeom>
          <a:noFill/>
          <a:ln w="9525">
            <a:noFill/>
            <a:miter lim="800000"/>
            <a:headEnd/>
            <a:tailEnd/>
          </a:ln>
        </p:spPr>
      </p:pic>
      <p:sp>
        <p:nvSpPr>
          <p:cNvPr id="16" name="15 CuadroTexto"/>
          <p:cNvSpPr txBox="1"/>
          <p:nvPr/>
        </p:nvSpPr>
        <p:spPr>
          <a:xfrm>
            <a:off x="4716016" y="908720"/>
            <a:ext cx="2736304" cy="830997"/>
          </a:xfrm>
          <a:prstGeom prst="rect">
            <a:avLst/>
          </a:prstGeom>
          <a:noFill/>
          <a:ln w="19050">
            <a:solidFill>
              <a:srgbClr val="FF0066"/>
            </a:solidFill>
          </a:ln>
        </p:spPr>
        <p:txBody>
          <a:bodyPr wrap="square" rtlCol="0">
            <a:spAutoFit/>
          </a:bodyPr>
          <a:lstStyle/>
          <a:p>
            <a:r>
              <a:rPr lang="es-ES" sz="1600" dirty="0" smtClean="0">
                <a:solidFill>
                  <a:srgbClr val="FF0066"/>
                </a:solidFill>
              </a:rPr>
              <a:t>Tras rellenar los campos, se guardan los cambios y se notifica la NC</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3.5 Email de notificación apertura</a:t>
            </a:r>
            <a:r>
              <a:rPr kumimoji="0" lang="es-ES" sz="1800" b="1" i="0" u="none" strike="noStrike" kern="1200" cap="none" spc="0" normalizeH="0" noProof="0" dirty="0" smtClean="0">
                <a:ln>
                  <a:noFill/>
                </a:ln>
                <a:solidFill>
                  <a:schemeClr val="tx1"/>
                </a:solidFill>
                <a:effectLst/>
                <a:uLnTx/>
                <a:uFillTx/>
                <a:latin typeface="+mj-lt"/>
                <a:ea typeface="+mj-ea"/>
                <a:cs typeface="+mj-cs"/>
              </a:rPr>
              <a:t> NC</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p:cNvPicPr>
            <a:picLocks noGrp="1" noChangeAspect="1" noChangeArrowheads="1"/>
          </p:cNvPicPr>
          <p:nvPr>
            <p:ph idx="4294967295"/>
          </p:nvPr>
        </p:nvPicPr>
        <p:blipFill>
          <a:blip r:embed="rId2" cstate="print"/>
          <a:srcRect/>
          <a:stretch>
            <a:fillRect/>
          </a:stretch>
        </p:blipFill>
        <p:spPr bwMode="auto">
          <a:xfrm>
            <a:off x="395536" y="1844824"/>
            <a:ext cx="5086350" cy="1076325"/>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67544" y="3861048"/>
            <a:ext cx="2714625" cy="533400"/>
          </a:xfrm>
          <a:prstGeom prst="rect">
            <a:avLst/>
          </a:prstGeom>
          <a:noFill/>
          <a:ln w="9525">
            <a:noFill/>
            <a:miter lim="800000"/>
            <a:headEnd/>
            <a:tailEnd/>
          </a:ln>
        </p:spPr>
      </p:pic>
      <p:sp>
        <p:nvSpPr>
          <p:cNvPr id="7" name="6 CuadroTexto"/>
          <p:cNvSpPr txBox="1"/>
          <p:nvPr/>
        </p:nvSpPr>
        <p:spPr>
          <a:xfrm>
            <a:off x="5580112" y="1916832"/>
            <a:ext cx="2952328" cy="1754326"/>
          </a:xfrm>
          <a:prstGeom prst="rect">
            <a:avLst/>
          </a:prstGeom>
          <a:noFill/>
          <a:ln w="19050">
            <a:solidFill>
              <a:srgbClr val="0000FF"/>
            </a:solidFill>
          </a:ln>
        </p:spPr>
        <p:txBody>
          <a:bodyPr wrap="square" rtlCol="0">
            <a:spAutoFit/>
          </a:bodyPr>
          <a:lstStyle/>
          <a:p>
            <a:r>
              <a:rPr lang="es-ES" dirty="0" smtClean="0"/>
              <a:t>El Programa envía al responsable un email con el contenido que se muestra en la imagen avisándole del periodo de 24 horas concedido para su respuesta.</a:t>
            </a:r>
            <a:endParaRPr lang="es-ES" dirty="0"/>
          </a:p>
        </p:txBody>
      </p:sp>
      <p:sp>
        <p:nvSpPr>
          <p:cNvPr id="8" name="7 CuadroTexto"/>
          <p:cNvSpPr txBox="1"/>
          <p:nvPr/>
        </p:nvSpPr>
        <p:spPr>
          <a:xfrm>
            <a:off x="3275856" y="3861048"/>
            <a:ext cx="5256584" cy="1200329"/>
          </a:xfrm>
          <a:prstGeom prst="rect">
            <a:avLst/>
          </a:prstGeom>
          <a:noFill/>
          <a:ln w="19050">
            <a:solidFill>
              <a:srgbClr val="0000FF"/>
            </a:solidFill>
          </a:ln>
        </p:spPr>
        <p:txBody>
          <a:bodyPr wrap="square" rtlCol="0">
            <a:spAutoFit/>
          </a:bodyPr>
          <a:lstStyle/>
          <a:p>
            <a:r>
              <a:rPr lang="es-ES" dirty="0" smtClean="0"/>
              <a:t>Una vez notificada la NC y en caso de haber cambios posteriores en la misma, cabe la posibilidad de notificar de nuevo clicando en el mismo icono de la imagen.</a:t>
            </a:r>
            <a:endParaRPr lang="es-E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3.6 Evolución</a:t>
            </a:r>
            <a:r>
              <a:rPr kumimoji="0" lang="es-ES" sz="1800" b="1" i="0" u="none" strike="noStrike" kern="1200" cap="none" spc="0" normalizeH="0" noProof="0" dirty="0" smtClean="0">
                <a:ln>
                  <a:noFill/>
                </a:ln>
                <a:solidFill>
                  <a:schemeClr val="tx1"/>
                </a:solidFill>
                <a:effectLst/>
                <a:uLnTx/>
                <a:uFillTx/>
                <a:latin typeface="+mj-lt"/>
                <a:ea typeface="+mj-ea"/>
                <a:cs typeface="+mj-cs"/>
              </a:rPr>
              <a:t>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3794" name="Picture 2"/>
          <p:cNvPicPr>
            <a:picLocks noChangeAspect="1" noChangeArrowheads="1"/>
          </p:cNvPicPr>
          <p:nvPr/>
        </p:nvPicPr>
        <p:blipFill>
          <a:blip r:embed="rId2" cstate="print"/>
          <a:srcRect/>
          <a:stretch>
            <a:fillRect/>
          </a:stretch>
        </p:blipFill>
        <p:spPr bwMode="auto">
          <a:xfrm>
            <a:off x="179512" y="1628800"/>
            <a:ext cx="8604448" cy="1377577"/>
          </a:xfrm>
          <a:prstGeom prst="rect">
            <a:avLst/>
          </a:prstGeom>
          <a:noFill/>
          <a:ln w="9525">
            <a:noFill/>
            <a:miter lim="800000"/>
            <a:headEnd/>
            <a:tailEnd/>
          </a:ln>
        </p:spPr>
      </p:pic>
      <p:cxnSp>
        <p:nvCxnSpPr>
          <p:cNvPr id="7" name="6 Conector recto de flecha"/>
          <p:cNvCxnSpPr/>
          <p:nvPr/>
        </p:nvCxnSpPr>
        <p:spPr>
          <a:xfrm flipH="1" flipV="1">
            <a:off x="899592" y="2204864"/>
            <a:ext cx="432048" cy="11521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flipH="1" flipV="1">
            <a:off x="899592" y="2564904"/>
            <a:ext cx="432048"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flipH="1" flipV="1">
            <a:off x="899592" y="2852936"/>
            <a:ext cx="432048"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33795" name="Picture 3"/>
          <p:cNvPicPr>
            <a:picLocks noChangeAspect="1" noChangeArrowheads="1"/>
          </p:cNvPicPr>
          <p:nvPr/>
        </p:nvPicPr>
        <p:blipFill>
          <a:blip r:embed="rId3" cstate="print"/>
          <a:srcRect/>
          <a:stretch>
            <a:fillRect/>
          </a:stretch>
        </p:blipFill>
        <p:spPr bwMode="auto">
          <a:xfrm>
            <a:off x="971600" y="3356992"/>
            <a:ext cx="704850" cy="219075"/>
          </a:xfrm>
          <a:prstGeom prst="rect">
            <a:avLst/>
          </a:prstGeom>
          <a:noFill/>
          <a:ln w="19050">
            <a:solidFill>
              <a:schemeClr val="tx1"/>
            </a:solidFill>
            <a:miter lim="800000"/>
            <a:headEnd/>
            <a:tailEnd/>
          </a:ln>
        </p:spPr>
      </p:pic>
      <p:sp>
        <p:nvSpPr>
          <p:cNvPr id="14" name="13 CuadroTexto"/>
          <p:cNvSpPr txBox="1"/>
          <p:nvPr/>
        </p:nvSpPr>
        <p:spPr>
          <a:xfrm>
            <a:off x="395536" y="3645024"/>
            <a:ext cx="8208912" cy="646331"/>
          </a:xfrm>
          <a:prstGeom prst="rect">
            <a:avLst/>
          </a:prstGeom>
          <a:noFill/>
        </p:spPr>
        <p:txBody>
          <a:bodyPr wrap="square" rtlCol="0">
            <a:spAutoFit/>
          </a:bodyPr>
          <a:lstStyle/>
          <a:p>
            <a:r>
              <a:rPr lang="es-ES" dirty="0" smtClean="0"/>
              <a:t>En la pestaña 8D se muestra la evolución de la NC, en este caso aún no se ha solicitado ninguna aprobación ni ha completado ninguna etapa.</a:t>
            </a:r>
            <a:endParaRPr lang="es-ES" dirty="0"/>
          </a:p>
        </p:txBody>
      </p:sp>
      <p:pic>
        <p:nvPicPr>
          <p:cNvPr id="10" name="Picture 2"/>
          <p:cNvPicPr>
            <a:picLocks noChangeAspect="1" noChangeArrowheads="1"/>
          </p:cNvPicPr>
          <p:nvPr/>
        </p:nvPicPr>
        <p:blipFill>
          <a:blip r:embed="rId4" cstate="print"/>
          <a:srcRect l="2988" t="22455" b="6437"/>
          <a:stretch>
            <a:fillRect/>
          </a:stretch>
        </p:blipFill>
        <p:spPr bwMode="auto">
          <a:xfrm>
            <a:off x="5004048" y="4797152"/>
            <a:ext cx="2337817" cy="1368152"/>
          </a:xfrm>
          <a:prstGeom prst="rect">
            <a:avLst/>
          </a:prstGeom>
          <a:noFill/>
          <a:ln w="9525">
            <a:solidFill>
              <a:srgbClr val="FF0000"/>
            </a:solidFill>
            <a:miter lim="800000"/>
            <a:headEnd/>
            <a:tailEnd/>
          </a:ln>
        </p:spPr>
      </p:pic>
      <p:cxnSp>
        <p:nvCxnSpPr>
          <p:cNvPr id="12" name="11 Conector recto de flecha"/>
          <p:cNvCxnSpPr/>
          <p:nvPr/>
        </p:nvCxnSpPr>
        <p:spPr>
          <a:xfrm>
            <a:off x="4427984" y="5301208"/>
            <a:ext cx="576064"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259632" y="4797152"/>
            <a:ext cx="3168352" cy="923330"/>
          </a:xfrm>
          <a:prstGeom prst="rect">
            <a:avLst/>
          </a:prstGeom>
          <a:noFill/>
          <a:ln>
            <a:solidFill>
              <a:srgbClr val="FF0000"/>
            </a:solidFill>
          </a:ln>
        </p:spPr>
        <p:txBody>
          <a:bodyPr wrap="square" rtlCol="0">
            <a:spAutoFit/>
          </a:bodyPr>
          <a:lstStyle/>
          <a:p>
            <a:r>
              <a:rPr lang="es-ES" smtClean="0">
                <a:solidFill>
                  <a:srgbClr val="FF0000"/>
                </a:solidFill>
              </a:rPr>
              <a:t>Cuando la fecha fin expira sin completarse la etapa, se ve resaltada en rojo.</a:t>
            </a:r>
            <a:endParaRPr lang="es-ES">
              <a:solidFill>
                <a:srgbClr val="FF0000"/>
              </a:solidFill>
            </a:endParaRPr>
          </a:p>
        </p:txBody>
      </p:sp>
      <p:cxnSp>
        <p:nvCxnSpPr>
          <p:cNvPr id="16" name="15 Conector recto de flecha"/>
          <p:cNvCxnSpPr/>
          <p:nvPr/>
        </p:nvCxnSpPr>
        <p:spPr>
          <a:xfrm>
            <a:off x="4860032" y="2636912"/>
            <a:ext cx="720080" cy="187220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a:spLocks noGrp="1"/>
          </p:cNvSpPr>
          <p:nvPr>
            <p:ph idx="1"/>
          </p:nvPr>
        </p:nvSpPr>
        <p:spPr>
          <a:xfrm>
            <a:off x="0" y="2996952"/>
            <a:ext cx="9144000" cy="532656"/>
          </a:xfrm>
        </p:spPr>
        <p:txBody>
          <a:bodyPr/>
          <a:lstStyle/>
          <a:p>
            <a:pPr algn="ctr">
              <a:buNone/>
            </a:pPr>
            <a:r>
              <a:rPr lang="es-ES" dirty="0" smtClean="0"/>
              <a:t>4. ETAPA 2-4: PRIMER ANÁLISIS DEL PROBLEMA </a:t>
            </a:r>
            <a:endParaRPr lang="es-E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57200" y="1340768"/>
            <a:ext cx="8229600" cy="4785395"/>
          </a:xfrm>
        </p:spPr>
        <p:txBody>
          <a:bodyPr/>
          <a:lstStyle/>
          <a:p>
            <a:r>
              <a:rPr lang="es-ES" sz="2400" dirty="0" smtClean="0"/>
              <a:t>El </a:t>
            </a:r>
            <a:r>
              <a:rPr lang="es-ES" sz="2400" b="1" dirty="0" smtClean="0"/>
              <a:t>responsable</a:t>
            </a:r>
            <a:r>
              <a:rPr lang="es-ES" sz="2400" dirty="0" smtClean="0"/>
              <a:t> de la NC ha recibido la notificación de apertura y ha sido notificado de que dispone de un periodo de 24 horas para responder. Para responder, debe pinchar en el acceso directo </a:t>
            </a:r>
            <a:r>
              <a:rPr lang="es-ES" sz="2400" dirty="0" err="1" smtClean="0"/>
              <a:t>linkado</a:t>
            </a:r>
            <a:r>
              <a:rPr lang="es-ES" sz="2400" dirty="0" smtClean="0"/>
              <a:t> en el email</a:t>
            </a:r>
            <a:r>
              <a:rPr lang="es-ES" sz="2400" dirty="0" smtClean="0">
                <a:solidFill>
                  <a:srgbClr val="FF0000"/>
                </a:solidFill>
              </a:rPr>
              <a:t>. Si el responsable es un proveedor, y no puede acceder debe consultar el manual del proveedor.</a:t>
            </a:r>
            <a:endParaRPr lang="es-ES" sz="2400" dirty="0">
              <a:solidFill>
                <a:srgbClr val="FF0000"/>
              </a:solidFill>
            </a:endParaRPr>
          </a:p>
        </p:txBody>
      </p:sp>
      <p:sp>
        <p:nvSpPr>
          <p:cNvPr id="4" name="1 Título"/>
          <p:cNvSpPr txBox="1">
            <a:spLocks/>
          </p:cNvSpPr>
          <p:nvPr/>
        </p:nvSpPr>
        <p:spPr>
          <a:xfrm>
            <a:off x="323528" y="836712"/>
            <a:ext cx="8229600" cy="36004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4.1 Situación Etapa</a:t>
            </a:r>
            <a:r>
              <a:rPr kumimoji="0" lang="es-ES" sz="1800" b="1" i="0" u="none" strike="noStrike" kern="1200" cap="none" spc="0" normalizeH="0" noProof="0" dirty="0" smtClean="0">
                <a:ln>
                  <a:noFill/>
                </a:ln>
                <a:solidFill>
                  <a:schemeClr val="tx1"/>
                </a:solidFill>
                <a:effectLst/>
                <a:uLnTx/>
                <a:uFillTx/>
                <a:latin typeface="+mj-lt"/>
                <a:ea typeface="+mj-ea"/>
                <a:cs typeface="+mj-cs"/>
              </a:rPr>
              <a:t>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2"/>
          <p:cNvPicPr>
            <a:picLocks noChangeAspect="1" noChangeArrowheads="1"/>
          </p:cNvPicPr>
          <p:nvPr/>
        </p:nvPicPr>
        <p:blipFill>
          <a:blip r:embed="rId3" cstate="print"/>
          <a:srcRect/>
          <a:stretch>
            <a:fillRect/>
          </a:stretch>
        </p:blipFill>
        <p:spPr bwMode="auto">
          <a:xfrm>
            <a:off x="1115616" y="4005064"/>
            <a:ext cx="7128064" cy="1508373"/>
          </a:xfrm>
          <a:prstGeom prst="rect">
            <a:avLst/>
          </a:prstGeom>
          <a:noFill/>
          <a:ln w="9525">
            <a:noFill/>
            <a:miter lim="800000"/>
            <a:headEnd/>
            <a:tailEnd/>
          </a:ln>
        </p:spPr>
      </p:pic>
      <p:sp>
        <p:nvSpPr>
          <p:cNvPr id="6" name="5 Elipse"/>
          <p:cNvSpPr/>
          <p:nvPr/>
        </p:nvSpPr>
        <p:spPr>
          <a:xfrm>
            <a:off x="2771800" y="4437112"/>
            <a:ext cx="795151" cy="3027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4.2 </a:t>
            </a:r>
            <a:r>
              <a:rPr lang="es-ES" b="1" dirty="0" smtClean="0"/>
              <a:t>Campos Obligatorios para Solicitud de aprobación</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323528" y="1268761"/>
            <a:ext cx="7689676" cy="5327530"/>
          </a:xfrm>
          <a:prstGeom prst="rect">
            <a:avLst/>
          </a:prstGeom>
          <a:noFill/>
          <a:ln w="9525">
            <a:noFill/>
            <a:miter lim="800000"/>
            <a:headEnd/>
            <a:tailEnd/>
          </a:ln>
        </p:spPr>
      </p:pic>
      <p:sp>
        <p:nvSpPr>
          <p:cNvPr id="6" name="5 Rectángulo"/>
          <p:cNvSpPr/>
          <p:nvPr/>
        </p:nvSpPr>
        <p:spPr>
          <a:xfrm>
            <a:off x="4283968" y="2492897"/>
            <a:ext cx="752263" cy="57606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5220072" y="2564904"/>
            <a:ext cx="2160240" cy="504056"/>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smtClean="0">
                <a:solidFill>
                  <a:schemeClr val="tx1"/>
                </a:solidFill>
              </a:rPr>
              <a:t>En caso de marcar “Si” será obligatorio rellenar comentario</a:t>
            </a:r>
            <a:endParaRPr lang="es-ES" sz="1200" dirty="0">
              <a:solidFill>
                <a:schemeClr val="tx1"/>
              </a:solidFill>
            </a:endParaRPr>
          </a:p>
        </p:txBody>
      </p:sp>
      <p:sp>
        <p:nvSpPr>
          <p:cNvPr id="9" name="8 Rectángulo"/>
          <p:cNvSpPr/>
          <p:nvPr/>
        </p:nvSpPr>
        <p:spPr>
          <a:xfrm>
            <a:off x="3923928" y="3501008"/>
            <a:ext cx="432048" cy="720080"/>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395536" y="4365104"/>
            <a:ext cx="3960440" cy="21602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Rectángulo"/>
          <p:cNvSpPr/>
          <p:nvPr/>
        </p:nvSpPr>
        <p:spPr>
          <a:xfrm>
            <a:off x="395536" y="4797152"/>
            <a:ext cx="7416824" cy="18002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13 Conector recto de flecha"/>
          <p:cNvCxnSpPr>
            <a:stCxn id="16" idx="1"/>
          </p:cNvCxnSpPr>
          <p:nvPr/>
        </p:nvCxnSpPr>
        <p:spPr>
          <a:xfrm flipH="1">
            <a:off x="4427984" y="3879632"/>
            <a:ext cx="432048" cy="917520"/>
          </a:xfrm>
          <a:prstGeom prst="straightConnector1">
            <a:avLst/>
          </a:prstGeom>
          <a:ln w="1905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4860032" y="3140968"/>
            <a:ext cx="3024336" cy="1477328"/>
          </a:xfrm>
          <a:prstGeom prst="rect">
            <a:avLst/>
          </a:prstGeom>
          <a:noFill/>
          <a:ln w="19050">
            <a:solidFill>
              <a:srgbClr val="FFC000"/>
            </a:solidFill>
          </a:ln>
        </p:spPr>
        <p:txBody>
          <a:bodyPr wrap="square" rtlCol="0">
            <a:spAutoFit/>
          </a:bodyPr>
          <a:lstStyle/>
          <a:p>
            <a:r>
              <a:rPr lang="es-ES" dirty="0" smtClean="0"/>
              <a:t>No es campo obligatorio para poder pedir la aprobación aunque el perseguidor puede considerarlo necesario para la aprobación.</a:t>
            </a:r>
            <a:endParaRPr lang="es-E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4.3 </a:t>
            </a:r>
            <a:r>
              <a:rPr lang="es-ES" b="1" dirty="0" smtClean="0"/>
              <a:t>Cumplimentación campos Etapa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2"/>
          <p:cNvPicPr>
            <a:picLocks noGrp="1" noChangeAspect="1" noChangeArrowheads="1"/>
          </p:cNvPicPr>
          <p:nvPr>
            <p:ph idx="1"/>
          </p:nvPr>
        </p:nvPicPr>
        <p:blipFill>
          <a:blip r:embed="rId2" cstate="print"/>
          <a:srcRect b="93121"/>
          <a:stretch>
            <a:fillRect/>
          </a:stretch>
        </p:blipFill>
        <p:spPr bwMode="auto">
          <a:xfrm>
            <a:off x="251520" y="1196752"/>
            <a:ext cx="7555012" cy="360040"/>
          </a:xfrm>
          <a:prstGeom prst="rect">
            <a:avLst/>
          </a:prstGeom>
          <a:noFill/>
          <a:ln w="9525">
            <a:noFill/>
            <a:miter lim="800000"/>
            <a:headEnd/>
            <a:tailEnd/>
          </a:ln>
        </p:spPr>
      </p:pic>
      <p:sp>
        <p:nvSpPr>
          <p:cNvPr id="6" name="5 Elipse"/>
          <p:cNvSpPr/>
          <p:nvPr/>
        </p:nvSpPr>
        <p:spPr>
          <a:xfrm>
            <a:off x="251520" y="1340768"/>
            <a:ext cx="360040"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683568" y="1268760"/>
            <a:ext cx="6768752" cy="338554"/>
          </a:xfrm>
          <a:prstGeom prst="rect">
            <a:avLst/>
          </a:prstGeom>
          <a:noFill/>
          <a:ln>
            <a:noFill/>
          </a:ln>
        </p:spPr>
        <p:txBody>
          <a:bodyPr wrap="square" rtlCol="0">
            <a:spAutoFit/>
          </a:bodyPr>
          <a:lstStyle/>
          <a:p>
            <a:r>
              <a:rPr lang="es-ES" sz="1600" dirty="0" smtClean="0">
                <a:solidFill>
                  <a:srgbClr val="0000FF"/>
                </a:solidFill>
              </a:rPr>
              <a:t>Para poder editar el contenido siempre se ha de clicar en este icono</a:t>
            </a:r>
            <a:endParaRPr lang="es-ES" sz="1600" dirty="0">
              <a:solidFill>
                <a:srgbClr val="0000FF"/>
              </a:solidFill>
            </a:endParaRPr>
          </a:p>
        </p:txBody>
      </p:sp>
      <p:sp>
        <p:nvSpPr>
          <p:cNvPr id="8" name="7 Rectángulo"/>
          <p:cNvSpPr/>
          <p:nvPr/>
        </p:nvSpPr>
        <p:spPr>
          <a:xfrm>
            <a:off x="4860032" y="2564904"/>
            <a:ext cx="2592288" cy="576064"/>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2699792" y="5229200"/>
            <a:ext cx="2592288" cy="576064"/>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2" name="Picture 2"/>
          <p:cNvPicPr>
            <a:picLocks noChangeAspect="1" noChangeArrowheads="1"/>
          </p:cNvPicPr>
          <p:nvPr/>
        </p:nvPicPr>
        <p:blipFill>
          <a:blip r:embed="rId3" cstate="print"/>
          <a:srcRect/>
          <a:stretch>
            <a:fillRect/>
          </a:stretch>
        </p:blipFill>
        <p:spPr bwMode="auto">
          <a:xfrm>
            <a:off x="251520" y="1688248"/>
            <a:ext cx="8208912" cy="5080618"/>
          </a:xfrm>
          <a:prstGeom prst="rect">
            <a:avLst/>
          </a:prstGeom>
          <a:noFill/>
          <a:ln w="9525">
            <a:solidFill>
              <a:srgbClr val="0000FF"/>
            </a:solidFill>
            <a:miter lim="800000"/>
            <a:headEnd/>
            <a:tailEnd/>
          </a:ln>
        </p:spPr>
      </p:pic>
      <p:pic>
        <p:nvPicPr>
          <p:cNvPr id="29699" name="Picture 3"/>
          <p:cNvPicPr>
            <a:picLocks noChangeAspect="1" noChangeArrowheads="1"/>
          </p:cNvPicPr>
          <p:nvPr/>
        </p:nvPicPr>
        <p:blipFill>
          <a:blip r:embed="rId4" cstate="print"/>
          <a:srcRect/>
          <a:stretch>
            <a:fillRect/>
          </a:stretch>
        </p:blipFill>
        <p:spPr bwMode="auto">
          <a:xfrm>
            <a:off x="4427984" y="6453336"/>
            <a:ext cx="247650" cy="257175"/>
          </a:xfrm>
          <a:prstGeom prst="rect">
            <a:avLst/>
          </a:prstGeom>
          <a:noFill/>
          <a:ln w="9525">
            <a:noFill/>
            <a:miter lim="800000"/>
            <a:headEnd/>
            <a:tailEnd/>
          </a:ln>
        </p:spPr>
      </p:pic>
      <p:sp>
        <p:nvSpPr>
          <p:cNvPr id="16" name="15 CuadroTexto"/>
          <p:cNvSpPr txBox="1"/>
          <p:nvPr/>
        </p:nvSpPr>
        <p:spPr>
          <a:xfrm>
            <a:off x="4572000" y="6453336"/>
            <a:ext cx="1224136" cy="307777"/>
          </a:xfrm>
          <a:prstGeom prst="rect">
            <a:avLst/>
          </a:prstGeom>
          <a:noFill/>
        </p:spPr>
        <p:txBody>
          <a:bodyPr wrap="square" rtlCol="0">
            <a:spAutoFit/>
          </a:bodyPr>
          <a:lstStyle/>
          <a:p>
            <a:r>
              <a:rPr lang="es-ES" sz="1400" dirty="0" smtClean="0">
                <a:solidFill>
                  <a:srgbClr val="0000FF"/>
                </a:solidFill>
              </a:rPr>
              <a:t>Guardar</a:t>
            </a:r>
            <a:endParaRPr lang="es-ES" sz="1400" dirty="0">
              <a:solidFill>
                <a:srgbClr val="0000FF"/>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4.4 </a:t>
            </a:r>
            <a:r>
              <a:rPr lang="es-ES" b="1" dirty="0" smtClean="0"/>
              <a:t>Solicitud Aprobación Etapa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2"/>
          <p:cNvPicPr>
            <a:picLocks noGrp="1" noChangeAspect="1" noChangeArrowheads="1"/>
          </p:cNvPicPr>
          <p:nvPr>
            <p:ph idx="1"/>
          </p:nvPr>
        </p:nvPicPr>
        <p:blipFill>
          <a:blip r:embed="rId2" cstate="print"/>
          <a:srcRect/>
          <a:stretch>
            <a:fillRect/>
          </a:stretch>
        </p:blipFill>
        <p:spPr bwMode="auto">
          <a:xfrm>
            <a:off x="755576" y="1219103"/>
            <a:ext cx="7848872" cy="5437823"/>
          </a:xfrm>
          <a:prstGeom prst="rect">
            <a:avLst/>
          </a:prstGeom>
          <a:noFill/>
          <a:ln w="9525">
            <a:noFill/>
            <a:miter lim="800000"/>
            <a:headEnd/>
            <a:tailEnd/>
          </a:ln>
        </p:spPr>
      </p:pic>
      <p:sp>
        <p:nvSpPr>
          <p:cNvPr id="7" name="6 Elipse"/>
          <p:cNvSpPr/>
          <p:nvPr/>
        </p:nvSpPr>
        <p:spPr>
          <a:xfrm>
            <a:off x="971600" y="1412776"/>
            <a:ext cx="360040" cy="21602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1187624" y="1700808"/>
            <a:ext cx="1259632" cy="646331"/>
          </a:xfrm>
          <a:prstGeom prst="rect">
            <a:avLst/>
          </a:prstGeom>
          <a:solidFill>
            <a:schemeClr val="bg1"/>
          </a:solidFill>
          <a:ln w="19050">
            <a:solidFill>
              <a:srgbClr val="0000FF"/>
            </a:solidFill>
          </a:ln>
        </p:spPr>
        <p:txBody>
          <a:bodyPr wrap="square" rtlCol="0">
            <a:spAutoFit/>
          </a:bodyPr>
          <a:lstStyle/>
          <a:p>
            <a:r>
              <a:rPr lang="es-ES" dirty="0" smtClean="0">
                <a:solidFill>
                  <a:srgbClr val="0000FF"/>
                </a:solidFill>
              </a:rPr>
              <a:t>Solicitar Aprobación</a:t>
            </a:r>
            <a:endParaRPr lang="es-ES" dirty="0">
              <a:solidFill>
                <a:srgbClr val="0000FF"/>
              </a:solidFill>
            </a:endParaRPr>
          </a:p>
        </p:txBody>
      </p:sp>
      <p:sp>
        <p:nvSpPr>
          <p:cNvPr id="9" name="8 CuadroTexto"/>
          <p:cNvSpPr txBox="1"/>
          <p:nvPr/>
        </p:nvSpPr>
        <p:spPr>
          <a:xfrm>
            <a:off x="4355976" y="2708920"/>
            <a:ext cx="1728192" cy="646331"/>
          </a:xfrm>
          <a:prstGeom prst="rect">
            <a:avLst/>
          </a:prstGeom>
          <a:solidFill>
            <a:schemeClr val="bg1"/>
          </a:solidFill>
          <a:ln w="19050">
            <a:solidFill>
              <a:srgbClr val="0000FF"/>
            </a:solidFill>
          </a:ln>
        </p:spPr>
        <p:txBody>
          <a:bodyPr wrap="square" rtlCol="0">
            <a:spAutoFit/>
          </a:bodyPr>
          <a:lstStyle/>
          <a:p>
            <a:r>
              <a:rPr lang="es-ES" sz="1200" dirty="0" smtClean="0">
                <a:solidFill>
                  <a:srgbClr val="0000FF"/>
                </a:solidFill>
              </a:rPr>
              <a:t>Envío del email Correspondiente al responsable</a:t>
            </a:r>
            <a:endParaRPr lang="es-ES" sz="1200" dirty="0">
              <a:solidFill>
                <a:srgbClr val="0000FF"/>
              </a:solidFill>
            </a:endParaRPr>
          </a:p>
        </p:txBody>
      </p:sp>
      <p:pic>
        <p:nvPicPr>
          <p:cNvPr id="30722" name="Picture 2"/>
          <p:cNvPicPr>
            <a:picLocks noChangeAspect="1" noChangeArrowheads="1"/>
          </p:cNvPicPr>
          <p:nvPr/>
        </p:nvPicPr>
        <p:blipFill>
          <a:blip r:embed="rId3" cstate="print"/>
          <a:srcRect/>
          <a:stretch>
            <a:fillRect/>
          </a:stretch>
        </p:blipFill>
        <p:spPr bwMode="auto">
          <a:xfrm>
            <a:off x="1403648" y="2492896"/>
            <a:ext cx="2295525" cy="1533525"/>
          </a:xfrm>
          <a:prstGeom prst="rect">
            <a:avLst/>
          </a:prstGeom>
          <a:solidFill>
            <a:schemeClr val="bg1"/>
          </a:solidFill>
          <a:ln w="19050">
            <a:solidFill>
              <a:srgbClr val="0000FF"/>
            </a:solidFill>
            <a:miter lim="800000"/>
            <a:headEnd/>
            <a:tailEnd/>
          </a:ln>
        </p:spPr>
      </p:pic>
      <p:cxnSp>
        <p:nvCxnSpPr>
          <p:cNvPr id="12" name="11 Conector recto de flecha"/>
          <p:cNvCxnSpPr>
            <a:stCxn id="8" idx="2"/>
          </p:cNvCxnSpPr>
          <p:nvPr/>
        </p:nvCxnSpPr>
        <p:spPr>
          <a:xfrm>
            <a:off x="1817440" y="2347139"/>
            <a:ext cx="378296" cy="145757"/>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3707904" y="3140968"/>
            <a:ext cx="648072"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3923928" y="836712"/>
            <a:ext cx="3384376" cy="1080120"/>
          </a:xfrm>
          <a:prstGeom prst="rect">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rgbClr val="0000FF"/>
                </a:solidFill>
              </a:rPr>
              <a:t>Una vez completados los campos y guardada la información, se notifica la NC</a:t>
            </a:r>
            <a:endParaRPr lang="es-ES" dirty="0">
              <a:solidFill>
                <a:srgbClr val="0000FF"/>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4294967295"/>
          </p:nvPr>
        </p:nvPicPr>
        <p:blipFill>
          <a:blip r:embed="rId2" cstate="print"/>
          <a:srcRect l="8750"/>
          <a:stretch>
            <a:fillRect/>
          </a:stretch>
        </p:blipFill>
        <p:spPr bwMode="auto">
          <a:xfrm>
            <a:off x="1115616" y="1484784"/>
            <a:ext cx="7508875" cy="1363662"/>
          </a:xfrm>
          <a:prstGeom prst="rect">
            <a:avLst/>
          </a:prstGeom>
          <a:noFill/>
          <a:ln w="9525">
            <a:noFill/>
            <a:miter lim="800000"/>
            <a:headEnd/>
            <a:tailEnd/>
          </a:ln>
        </p:spPr>
      </p:pic>
      <p:sp>
        <p:nvSpPr>
          <p:cNvPr id="5"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4.5 </a:t>
            </a:r>
            <a:r>
              <a:rPr lang="es-ES" b="1" dirty="0" smtClean="0"/>
              <a:t>Evolución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Elipse"/>
          <p:cNvSpPr/>
          <p:nvPr/>
        </p:nvSpPr>
        <p:spPr>
          <a:xfrm>
            <a:off x="1403648" y="1844824"/>
            <a:ext cx="432048" cy="36004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8" name="7 Conector recto de flecha"/>
          <p:cNvCxnSpPr>
            <a:stCxn id="6" idx="5"/>
          </p:cNvCxnSpPr>
          <p:nvPr/>
        </p:nvCxnSpPr>
        <p:spPr>
          <a:xfrm>
            <a:off x="1772424" y="2152137"/>
            <a:ext cx="783352" cy="844815"/>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1331640" y="2996952"/>
            <a:ext cx="2448272" cy="738664"/>
          </a:xfrm>
          <a:prstGeom prst="rect">
            <a:avLst/>
          </a:prstGeom>
          <a:noFill/>
          <a:ln>
            <a:solidFill>
              <a:srgbClr val="0000FF"/>
            </a:solidFill>
          </a:ln>
        </p:spPr>
        <p:txBody>
          <a:bodyPr wrap="square" rtlCol="0">
            <a:spAutoFit/>
          </a:bodyPr>
          <a:lstStyle/>
          <a:p>
            <a:r>
              <a:rPr lang="es-ES" sz="1400" dirty="0" smtClean="0"/>
              <a:t>La aprobación de la Etapa 2-4 ha sido solicitada y esta en curso. </a:t>
            </a:r>
            <a:endParaRPr lang="es-ES" sz="1400" dirty="0"/>
          </a:p>
        </p:txBody>
      </p:sp>
      <p:sp>
        <p:nvSpPr>
          <p:cNvPr id="11" name="10 Elipse"/>
          <p:cNvSpPr/>
          <p:nvPr/>
        </p:nvSpPr>
        <p:spPr>
          <a:xfrm>
            <a:off x="3923928" y="1700808"/>
            <a:ext cx="1296144" cy="21602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3" name="12 Conector recto de flecha"/>
          <p:cNvCxnSpPr>
            <a:stCxn id="11" idx="4"/>
          </p:cNvCxnSpPr>
          <p:nvPr/>
        </p:nvCxnSpPr>
        <p:spPr>
          <a:xfrm>
            <a:off x="4572000" y="1916832"/>
            <a:ext cx="0" cy="100811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3851920" y="2996952"/>
            <a:ext cx="2448272" cy="738664"/>
          </a:xfrm>
          <a:prstGeom prst="rect">
            <a:avLst/>
          </a:prstGeom>
          <a:noFill/>
          <a:ln>
            <a:solidFill>
              <a:srgbClr val="0000FF"/>
            </a:solidFill>
          </a:ln>
        </p:spPr>
        <p:txBody>
          <a:bodyPr wrap="square" rtlCol="0">
            <a:spAutoFit/>
          </a:bodyPr>
          <a:lstStyle/>
          <a:p>
            <a:r>
              <a:rPr lang="es-ES" sz="1400" dirty="0" smtClean="0"/>
              <a:t>La fecha fin Prevista se define por defecto pero puede ser modificada; por el </a:t>
            </a:r>
            <a:r>
              <a:rPr lang="es-ES" sz="1200" dirty="0" smtClean="0">
                <a:solidFill>
                  <a:srgbClr val="FF0000"/>
                </a:solidFill>
              </a:rPr>
              <a:t>PERSEGUIDOR</a:t>
            </a:r>
          </a:p>
        </p:txBody>
      </p:sp>
      <p:sp>
        <p:nvSpPr>
          <p:cNvPr id="15" name="14 Elipse"/>
          <p:cNvSpPr/>
          <p:nvPr/>
        </p:nvSpPr>
        <p:spPr>
          <a:xfrm>
            <a:off x="5580112" y="1700808"/>
            <a:ext cx="1296144" cy="21602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6" name="15 Conector recto de flecha"/>
          <p:cNvCxnSpPr>
            <a:endCxn id="18" idx="0"/>
          </p:cNvCxnSpPr>
          <p:nvPr/>
        </p:nvCxnSpPr>
        <p:spPr>
          <a:xfrm>
            <a:off x="6300192" y="1844824"/>
            <a:ext cx="1116124" cy="115212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6372200" y="2996952"/>
            <a:ext cx="2088232" cy="523220"/>
          </a:xfrm>
          <a:prstGeom prst="rect">
            <a:avLst/>
          </a:prstGeom>
          <a:noFill/>
          <a:ln>
            <a:solidFill>
              <a:srgbClr val="0000FF"/>
            </a:solidFill>
          </a:ln>
        </p:spPr>
        <p:txBody>
          <a:bodyPr wrap="square" rtlCol="0">
            <a:spAutoFit/>
          </a:bodyPr>
          <a:lstStyle/>
          <a:p>
            <a:r>
              <a:rPr lang="es-ES" sz="1400" dirty="0" smtClean="0"/>
              <a:t>Automática. Fecha solicitud aprobación.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4.6 </a:t>
            </a:r>
            <a:r>
              <a:rPr lang="es-ES" b="1" dirty="0" smtClean="0"/>
              <a:t>Email de aprobación Etapa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1746" name="Picture 2"/>
          <p:cNvPicPr>
            <a:picLocks noGrp="1" noChangeAspect="1" noChangeArrowheads="1"/>
          </p:cNvPicPr>
          <p:nvPr>
            <p:ph idx="4294967295"/>
          </p:nvPr>
        </p:nvPicPr>
        <p:blipFill>
          <a:blip r:embed="rId2" cstate="print"/>
          <a:srcRect/>
          <a:stretch>
            <a:fillRect/>
          </a:stretch>
        </p:blipFill>
        <p:spPr bwMode="auto">
          <a:xfrm>
            <a:off x="0" y="1484313"/>
            <a:ext cx="4991100" cy="628650"/>
          </a:xfrm>
          <a:prstGeom prst="rect">
            <a:avLst/>
          </a:prstGeom>
          <a:noFill/>
          <a:ln w="9525">
            <a:noFill/>
            <a:miter lim="800000"/>
            <a:headEnd/>
            <a:tailEnd/>
          </a:ln>
        </p:spPr>
      </p:pic>
      <p:sp>
        <p:nvSpPr>
          <p:cNvPr id="6" name="5 CuadroTexto"/>
          <p:cNvSpPr txBox="1"/>
          <p:nvPr/>
        </p:nvSpPr>
        <p:spPr>
          <a:xfrm>
            <a:off x="5364088" y="1052736"/>
            <a:ext cx="3600400" cy="1477328"/>
          </a:xfrm>
          <a:prstGeom prst="rect">
            <a:avLst/>
          </a:prstGeom>
          <a:noFill/>
          <a:ln w="19050">
            <a:solidFill>
              <a:srgbClr val="0000FF"/>
            </a:solidFill>
          </a:ln>
        </p:spPr>
        <p:txBody>
          <a:bodyPr wrap="square" rtlCol="0">
            <a:spAutoFit/>
          </a:bodyPr>
          <a:lstStyle/>
          <a:p>
            <a:r>
              <a:rPr lang="es-ES" dirty="0" smtClean="0"/>
              <a:t>El perseguidor recibe la solicitud de aprobación y procederá a aprobarla. Para ello clica en el acceso directo del email o entra a la NC desde la aplicación.</a:t>
            </a:r>
            <a:endParaRPr lang="es-ES" dirty="0"/>
          </a:p>
        </p:txBody>
      </p:sp>
      <p:cxnSp>
        <p:nvCxnSpPr>
          <p:cNvPr id="8" name="7 Conector recto de flecha"/>
          <p:cNvCxnSpPr/>
          <p:nvPr/>
        </p:nvCxnSpPr>
        <p:spPr>
          <a:xfrm>
            <a:off x="2555776" y="1988840"/>
            <a:ext cx="0" cy="100811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pic>
        <p:nvPicPr>
          <p:cNvPr id="31747" name="Picture 3"/>
          <p:cNvPicPr>
            <a:picLocks noChangeAspect="1" noChangeArrowheads="1"/>
          </p:cNvPicPr>
          <p:nvPr/>
        </p:nvPicPr>
        <p:blipFill>
          <a:blip r:embed="rId3" cstate="print"/>
          <a:srcRect/>
          <a:stretch>
            <a:fillRect/>
          </a:stretch>
        </p:blipFill>
        <p:spPr bwMode="auto">
          <a:xfrm>
            <a:off x="251520" y="2996952"/>
            <a:ext cx="8748464" cy="1489100"/>
          </a:xfrm>
          <a:prstGeom prst="rect">
            <a:avLst/>
          </a:prstGeom>
          <a:noFill/>
          <a:ln w="9525">
            <a:noFill/>
            <a:miter lim="800000"/>
            <a:headEnd/>
            <a:tailEnd/>
          </a:ln>
        </p:spPr>
      </p:pic>
      <p:sp>
        <p:nvSpPr>
          <p:cNvPr id="10" name="9 Elipse"/>
          <p:cNvSpPr/>
          <p:nvPr/>
        </p:nvSpPr>
        <p:spPr>
          <a:xfrm>
            <a:off x="467544" y="3429000"/>
            <a:ext cx="648072" cy="360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11 Conector recto de flecha"/>
          <p:cNvCxnSpPr/>
          <p:nvPr/>
        </p:nvCxnSpPr>
        <p:spPr>
          <a:xfrm flipH="1" flipV="1">
            <a:off x="899592" y="3717032"/>
            <a:ext cx="288032" cy="93610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187624" y="4509120"/>
            <a:ext cx="6120680" cy="461665"/>
          </a:xfrm>
          <a:prstGeom prst="rect">
            <a:avLst/>
          </a:prstGeom>
          <a:noFill/>
        </p:spPr>
        <p:txBody>
          <a:bodyPr wrap="square" rtlCol="0">
            <a:spAutoFit/>
          </a:bodyPr>
          <a:lstStyle/>
          <a:p>
            <a:r>
              <a:rPr lang="es-ES" sz="1200" dirty="0" smtClean="0"/>
              <a:t>Aprobar o desaprobar. Automáticamente le será enviado un email al Responsable, notificándole la aprobación o desaprobación (los motivos se comunican en la misma fase).</a:t>
            </a:r>
            <a:endParaRPr lang="es-ES" sz="1200" dirty="0"/>
          </a:p>
        </p:txBody>
      </p:sp>
      <p:pic>
        <p:nvPicPr>
          <p:cNvPr id="31749" name="Picture 5"/>
          <p:cNvPicPr>
            <a:picLocks noChangeAspect="1" noChangeArrowheads="1"/>
          </p:cNvPicPr>
          <p:nvPr/>
        </p:nvPicPr>
        <p:blipFill>
          <a:blip r:embed="rId4" cstate="print"/>
          <a:srcRect/>
          <a:stretch>
            <a:fillRect/>
          </a:stretch>
        </p:blipFill>
        <p:spPr bwMode="auto">
          <a:xfrm>
            <a:off x="179512" y="5373216"/>
            <a:ext cx="3952875" cy="657225"/>
          </a:xfrm>
          <a:prstGeom prst="rect">
            <a:avLst/>
          </a:prstGeom>
          <a:noFill/>
          <a:ln w="9525">
            <a:noFill/>
            <a:miter lim="800000"/>
            <a:headEnd/>
            <a:tailEnd/>
          </a:ln>
        </p:spPr>
      </p:pic>
      <p:sp>
        <p:nvSpPr>
          <p:cNvPr id="16" name="15 CuadroTexto"/>
          <p:cNvSpPr txBox="1"/>
          <p:nvPr/>
        </p:nvSpPr>
        <p:spPr>
          <a:xfrm>
            <a:off x="1259632" y="5805264"/>
            <a:ext cx="3456384" cy="523220"/>
          </a:xfrm>
          <a:prstGeom prst="rect">
            <a:avLst/>
          </a:prstGeom>
          <a:noFill/>
        </p:spPr>
        <p:txBody>
          <a:bodyPr wrap="square" rtlCol="0">
            <a:spAutoFit/>
          </a:bodyPr>
          <a:lstStyle/>
          <a:p>
            <a:r>
              <a:rPr lang="es-ES" sz="1400" dirty="0" smtClean="0"/>
              <a:t>También podrá aprobar la etapa dentro de la misma etapa</a:t>
            </a:r>
          </a:p>
        </p:txBody>
      </p:sp>
      <p:pic>
        <p:nvPicPr>
          <p:cNvPr id="2050" name="Picture 2"/>
          <p:cNvPicPr>
            <a:picLocks noChangeAspect="1" noChangeArrowheads="1"/>
          </p:cNvPicPr>
          <p:nvPr/>
        </p:nvPicPr>
        <p:blipFill>
          <a:blip r:embed="rId5" cstate="print"/>
          <a:srcRect r="46791" b="37482"/>
          <a:stretch>
            <a:fillRect/>
          </a:stretch>
        </p:blipFill>
        <p:spPr bwMode="auto">
          <a:xfrm>
            <a:off x="5364088" y="5445223"/>
            <a:ext cx="3456384" cy="1063503"/>
          </a:xfrm>
          <a:prstGeom prst="rect">
            <a:avLst/>
          </a:prstGeom>
          <a:noFill/>
          <a:ln w="9525">
            <a:noFill/>
            <a:miter lim="800000"/>
            <a:headEnd/>
            <a:tailEnd/>
          </a:ln>
        </p:spPr>
      </p:pic>
      <p:cxnSp>
        <p:nvCxnSpPr>
          <p:cNvPr id="15" name="14 Conector recto de flecha"/>
          <p:cNvCxnSpPr/>
          <p:nvPr/>
        </p:nvCxnSpPr>
        <p:spPr>
          <a:xfrm>
            <a:off x="5940152" y="5229200"/>
            <a:ext cx="432048" cy="4320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16 Elipse"/>
          <p:cNvSpPr/>
          <p:nvPr/>
        </p:nvSpPr>
        <p:spPr>
          <a:xfrm>
            <a:off x="5220072" y="5949280"/>
            <a:ext cx="1440160" cy="21602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4.7 </a:t>
            </a:r>
            <a:r>
              <a:rPr lang="es-ES" b="1" dirty="0" smtClean="0"/>
              <a:t>Etapa Aprobada</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CuadroTexto"/>
          <p:cNvSpPr txBox="1"/>
          <p:nvPr/>
        </p:nvSpPr>
        <p:spPr>
          <a:xfrm>
            <a:off x="5436096" y="1340768"/>
            <a:ext cx="3528392" cy="923330"/>
          </a:xfrm>
          <a:prstGeom prst="rect">
            <a:avLst/>
          </a:prstGeom>
          <a:noFill/>
          <a:ln w="19050">
            <a:solidFill>
              <a:srgbClr val="0000FF"/>
            </a:solidFill>
          </a:ln>
        </p:spPr>
        <p:txBody>
          <a:bodyPr wrap="square" rtlCol="0">
            <a:spAutoFit/>
          </a:bodyPr>
          <a:lstStyle/>
          <a:p>
            <a:r>
              <a:rPr lang="es-ES" dirty="0" smtClean="0"/>
              <a:t>Una vez la etapa esté aprobada el responsable procede a la cumplimentación de las Etapas 5-6</a:t>
            </a:r>
            <a:endParaRPr lang="es-ES" dirty="0"/>
          </a:p>
        </p:txBody>
      </p:sp>
      <p:pic>
        <p:nvPicPr>
          <p:cNvPr id="9" name="Picture 3"/>
          <p:cNvPicPr>
            <a:picLocks noGrp="1" noChangeAspect="1" noChangeArrowheads="1"/>
          </p:cNvPicPr>
          <p:nvPr>
            <p:ph idx="4294967295"/>
          </p:nvPr>
        </p:nvPicPr>
        <p:blipFill>
          <a:blip r:embed="rId2" cstate="print"/>
          <a:srcRect/>
          <a:stretch>
            <a:fillRect/>
          </a:stretch>
        </p:blipFill>
        <p:spPr bwMode="auto">
          <a:xfrm>
            <a:off x="395536" y="1484784"/>
            <a:ext cx="4962525" cy="600075"/>
          </a:xfrm>
          <a:prstGeom prst="rect">
            <a:avLst/>
          </a:prstGeom>
          <a:noFill/>
          <a:ln w="9525">
            <a:noFill/>
            <a:miter lim="800000"/>
            <a:headEnd/>
            <a:tailEnd/>
          </a:ln>
        </p:spPr>
      </p:pic>
      <p:pic>
        <p:nvPicPr>
          <p:cNvPr id="34821" name="Picture 5"/>
          <p:cNvPicPr>
            <a:picLocks noChangeAspect="1" noChangeArrowheads="1"/>
          </p:cNvPicPr>
          <p:nvPr/>
        </p:nvPicPr>
        <p:blipFill>
          <a:blip r:embed="rId3" cstate="print"/>
          <a:srcRect/>
          <a:stretch>
            <a:fillRect/>
          </a:stretch>
        </p:blipFill>
        <p:spPr bwMode="auto">
          <a:xfrm>
            <a:off x="395536" y="2564904"/>
            <a:ext cx="5000625" cy="619125"/>
          </a:xfrm>
          <a:prstGeom prst="rect">
            <a:avLst/>
          </a:prstGeom>
          <a:noFill/>
          <a:ln w="9525">
            <a:noFill/>
            <a:miter lim="800000"/>
            <a:headEnd/>
            <a:tailEnd/>
          </a:ln>
        </p:spPr>
      </p:pic>
      <p:sp>
        <p:nvSpPr>
          <p:cNvPr id="12" name="11 CuadroTexto"/>
          <p:cNvSpPr txBox="1"/>
          <p:nvPr/>
        </p:nvSpPr>
        <p:spPr>
          <a:xfrm>
            <a:off x="5436096" y="2348880"/>
            <a:ext cx="3528392" cy="1200329"/>
          </a:xfrm>
          <a:prstGeom prst="rect">
            <a:avLst/>
          </a:prstGeom>
          <a:noFill/>
          <a:ln w="19050">
            <a:solidFill>
              <a:srgbClr val="0000FF"/>
            </a:solidFill>
          </a:ln>
        </p:spPr>
        <p:txBody>
          <a:bodyPr wrap="square" rtlCol="0">
            <a:spAutoFit/>
          </a:bodyPr>
          <a:lstStyle/>
          <a:p>
            <a:r>
              <a:rPr lang="es-ES" dirty="0" smtClean="0"/>
              <a:t>En caso de rechazo en Responsable recibirá la siguiente notificación y deberá de definir la etapa 2-4 nuevamente repitiendo el proceso.</a:t>
            </a:r>
            <a:endParaRPr lang="es-E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4.8 </a:t>
            </a:r>
            <a:r>
              <a:rPr lang="es-ES" b="1" dirty="0" smtClean="0"/>
              <a:t>Evolución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5842" name="Picture 2"/>
          <p:cNvPicPr>
            <a:picLocks noGrp="1" noChangeAspect="1" noChangeArrowheads="1"/>
          </p:cNvPicPr>
          <p:nvPr>
            <p:ph idx="4294967295"/>
          </p:nvPr>
        </p:nvPicPr>
        <p:blipFill>
          <a:blip r:embed="rId3" cstate="print"/>
          <a:srcRect/>
          <a:stretch>
            <a:fillRect/>
          </a:stretch>
        </p:blipFill>
        <p:spPr bwMode="auto">
          <a:xfrm>
            <a:off x="251520" y="1412776"/>
            <a:ext cx="8229600" cy="1320800"/>
          </a:xfrm>
          <a:prstGeom prst="rect">
            <a:avLst/>
          </a:prstGeom>
          <a:noFill/>
          <a:ln w="9525">
            <a:noFill/>
            <a:miter lim="800000"/>
            <a:headEnd/>
            <a:tailEnd/>
          </a:ln>
        </p:spPr>
      </p:pic>
      <p:pic>
        <p:nvPicPr>
          <p:cNvPr id="35843" name="Picture 3"/>
          <p:cNvPicPr>
            <a:picLocks noChangeAspect="1" noChangeArrowheads="1"/>
          </p:cNvPicPr>
          <p:nvPr/>
        </p:nvPicPr>
        <p:blipFill>
          <a:blip r:embed="rId4" cstate="print"/>
          <a:srcRect/>
          <a:stretch>
            <a:fillRect/>
          </a:stretch>
        </p:blipFill>
        <p:spPr bwMode="auto">
          <a:xfrm>
            <a:off x="251520" y="3429000"/>
            <a:ext cx="8640960" cy="1421443"/>
          </a:xfrm>
          <a:prstGeom prst="rect">
            <a:avLst/>
          </a:prstGeom>
          <a:noFill/>
          <a:ln w="9525">
            <a:noFill/>
            <a:miter lim="800000"/>
            <a:headEnd/>
            <a:tailEnd/>
          </a:ln>
        </p:spPr>
      </p:pic>
      <p:sp>
        <p:nvSpPr>
          <p:cNvPr id="7" name="6 Elipse"/>
          <p:cNvSpPr/>
          <p:nvPr/>
        </p:nvSpPr>
        <p:spPr>
          <a:xfrm>
            <a:off x="395536" y="1628800"/>
            <a:ext cx="504056"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 name="8 Conector recto de flecha"/>
          <p:cNvCxnSpPr/>
          <p:nvPr/>
        </p:nvCxnSpPr>
        <p:spPr>
          <a:xfrm>
            <a:off x="755576" y="1916832"/>
            <a:ext cx="648072" cy="100811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1403648" y="2708920"/>
            <a:ext cx="1368152" cy="646331"/>
          </a:xfrm>
          <a:prstGeom prst="rect">
            <a:avLst/>
          </a:prstGeom>
          <a:noFill/>
        </p:spPr>
        <p:txBody>
          <a:bodyPr wrap="square" rtlCol="0">
            <a:spAutoFit/>
          </a:bodyPr>
          <a:lstStyle/>
          <a:p>
            <a:r>
              <a:rPr lang="es-ES" dirty="0" smtClean="0">
                <a:solidFill>
                  <a:srgbClr val="0000FF"/>
                </a:solidFill>
              </a:rPr>
              <a:t>Etapa rechazada</a:t>
            </a:r>
            <a:endParaRPr lang="es-ES" dirty="0">
              <a:solidFill>
                <a:srgbClr val="0000FF"/>
              </a:solidFill>
            </a:endParaRPr>
          </a:p>
        </p:txBody>
      </p:sp>
      <p:sp>
        <p:nvSpPr>
          <p:cNvPr id="11" name="10 Elipse"/>
          <p:cNvSpPr/>
          <p:nvPr/>
        </p:nvSpPr>
        <p:spPr>
          <a:xfrm>
            <a:off x="395536" y="3645024"/>
            <a:ext cx="504056"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11 Conector recto de flecha"/>
          <p:cNvCxnSpPr/>
          <p:nvPr/>
        </p:nvCxnSpPr>
        <p:spPr>
          <a:xfrm>
            <a:off x="755576" y="3933056"/>
            <a:ext cx="648072" cy="100811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475656" y="4797152"/>
            <a:ext cx="1368152" cy="646331"/>
          </a:xfrm>
          <a:prstGeom prst="rect">
            <a:avLst/>
          </a:prstGeom>
          <a:noFill/>
        </p:spPr>
        <p:txBody>
          <a:bodyPr wrap="square" rtlCol="0">
            <a:spAutoFit/>
          </a:bodyPr>
          <a:lstStyle/>
          <a:p>
            <a:r>
              <a:rPr lang="es-ES" dirty="0" smtClean="0">
                <a:solidFill>
                  <a:srgbClr val="0000FF"/>
                </a:solidFill>
              </a:rPr>
              <a:t>Etapa aprobada</a:t>
            </a:r>
            <a:endParaRPr lang="es-ES" dirty="0">
              <a:solidFill>
                <a:srgbClr val="0000FF"/>
              </a:solidFill>
            </a:endParaRPr>
          </a:p>
        </p:txBody>
      </p:sp>
      <p:sp>
        <p:nvSpPr>
          <p:cNvPr id="14" name="13 Elipse"/>
          <p:cNvSpPr/>
          <p:nvPr/>
        </p:nvSpPr>
        <p:spPr>
          <a:xfrm>
            <a:off x="7308304" y="3356992"/>
            <a:ext cx="1440160" cy="72008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6" name="15 Conector recto de flecha"/>
          <p:cNvCxnSpPr/>
          <p:nvPr/>
        </p:nvCxnSpPr>
        <p:spPr>
          <a:xfrm>
            <a:off x="8028384" y="4077072"/>
            <a:ext cx="0" cy="43204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7308304" y="4509120"/>
            <a:ext cx="1440160" cy="369332"/>
          </a:xfrm>
          <a:prstGeom prst="rect">
            <a:avLst/>
          </a:prstGeom>
          <a:noFill/>
        </p:spPr>
        <p:txBody>
          <a:bodyPr wrap="square" rtlCol="0">
            <a:spAutoFit/>
          </a:bodyPr>
          <a:lstStyle/>
          <a:p>
            <a:r>
              <a:rPr lang="es-ES" dirty="0" smtClean="0">
                <a:solidFill>
                  <a:srgbClr val="0000FF"/>
                </a:solidFill>
              </a:rPr>
              <a:t>Automática</a:t>
            </a:r>
            <a:endParaRPr lang="es-ES" dirty="0">
              <a:solidFill>
                <a:srgbClr val="0000FF"/>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a:spLocks noGrp="1"/>
          </p:cNvSpPr>
          <p:nvPr>
            <p:ph idx="1"/>
          </p:nvPr>
        </p:nvSpPr>
        <p:spPr>
          <a:xfrm>
            <a:off x="0" y="2996952"/>
            <a:ext cx="8892480" cy="532656"/>
          </a:xfrm>
        </p:spPr>
        <p:txBody>
          <a:bodyPr/>
          <a:lstStyle/>
          <a:p>
            <a:pPr algn="ctr">
              <a:buNone/>
            </a:pPr>
            <a:r>
              <a:rPr lang="es-ES" dirty="0" smtClean="0"/>
              <a:t>5. ETAPA 5-6: ANÁLISIS FINAL</a:t>
            </a:r>
            <a:endParaRPr lang="es-E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1 Título"/>
          <p:cNvSpPr txBox="1">
            <a:spLocks/>
          </p:cNvSpPr>
          <p:nvPr/>
        </p:nvSpPr>
        <p:spPr>
          <a:xfrm>
            <a:off x="323528" y="836712"/>
            <a:ext cx="8229600" cy="36004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5.1 Situación Etapa</a:t>
            </a:r>
            <a:r>
              <a:rPr kumimoji="0" lang="es-ES" sz="1800" b="1" i="0" u="none" strike="noStrike" kern="1200" cap="none" spc="0" normalizeH="0" noProof="0" dirty="0" smtClean="0">
                <a:ln>
                  <a:noFill/>
                </a:ln>
                <a:solidFill>
                  <a:schemeClr val="tx1"/>
                </a:solidFill>
                <a:effectLst/>
                <a:uLnTx/>
                <a:uFillTx/>
                <a:latin typeface="+mj-lt"/>
                <a:ea typeface="+mj-ea"/>
                <a:cs typeface="+mj-cs"/>
              </a:rPr>
              <a:t> 5-6</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2 Marcador de contenido"/>
          <p:cNvSpPr>
            <a:spLocks noGrp="1"/>
          </p:cNvSpPr>
          <p:nvPr>
            <p:ph idx="1"/>
          </p:nvPr>
        </p:nvSpPr>
        <p:spPr>
          <a:xfrm>
            <a:off x="457200" y="1556792"/>
            <a:ext cx="8229600" cy="4569371"/>
          </a:xfrm>
        </p:spPr>
        <p:txBody>
          <a:bodyPr/>
          <a:lstStyle/>
          <a:p>
            <a:r>
              <a:rPr lang="es-ES" sz="2400" dirty="0" smtClean="0"/>
              <a:t>El </a:t>
            </a:r>
            <a:r>
              <a:rPr lang="es-ES" sz="2400" b="1" dirty="0" smtClean="0"/>
              <a:t>responsable</a:t>
            </a:r>
            <a:r>
              <a:rPr lang="es-ES" sz="2400" dirty="0" smtClean="0"/>
              <a:t> de la NC ha recibido la aprobación de la etapa 2-4 y por lo tanto ha de proceder a definir la etapa 5-6. Para ello debe pinchar en el acceso directo </a:t>
            </a:r>
            <a:r>
              <a:rPr lang="es-ES" sz="2400" dirty="0" err="1" smtClean="0"/>
              <a:t>linkado</a:t>
            </a:r>
            <a:r>
              <a:rPr lang="es-ES" sz="2400" dirty="0" smtClean="0"/>
              <a:t> en el email.</a:t>
            </a:r>
          </a:p>
          <a:p>
            <a:endParaRPr lang="es-ES" dirty="0"/>
          </a:p>
        </p:txBody>
      </p:sp>
      <p:pic>
        <p:nvPicPr>
          <p:cNvPr id="36867" name="Picture 3"/>
          <p:cNvPicPr>
            <a:picLocks noChangeAspect="1" noChangeArrowheads="1"/>
          </p:cNvPicPr>
          <p:nvPr/>
        </p:nvPicPr>
        <p:blipFill>
          <a:blip r:embed="rId3" cstate="print"/>
          <a:srcRect/>
          <a:stretch>
            <a:fillRect/>
          </a:stretch>
        </p:blipFill>
        <p:spPr bwMode="auto">
          <a:xfrm>
            <a:off x="971600" y="4293096"/>
            <a:ext cx="7188472" cy="926207"/>
          </a:xfrm>
          <a:prstGeom prst="rect">
            <a:avLst/>
          </a:prstGeom>
          <a:noFill/>
          <a:ln w="9525">
            <a:noFill/>
            <a:miter lim="800000"/>
            <a:headEnd/>
            <a:tailEnd/>
          </a:ln>
        </p:spPr>
      </p:pic>
      <p:sp>
        <p:nvSpPr>
          <p:cNvPr id="8" name="7 Elipse"/>
          <p:cNvSpPr/>
          <p:nvPr/>
        </p:nvSpPr>
        <p:spPr>
          <a:xfrm>
            <a:off x="2555776" y="4581128"/>
            <a:ext cx="936104" cy="346024"/>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5.2 </a:t>
            </a:r>
            <a:r>
              <a:rPr lang="es-ES" b="1" dirty="0" smtClean="0"/>
              <a:t>Campos Obligatorios para Solicitud de aprobación</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7890" name="Picture 2"/>
          <p:cNvPicPr>
            <a:picLocks noGrp="1" noChangeAspect="1" noChangeArrowheads="1"/>
          </p:cNvPicPr>
          <p:nvPr>
            <p:ph idx="1"/>
          </p:nvPr>
        </p:nvPicPr>
        <p:blipFill>
          <a:blip r:embed="rId2" cstate="print"/>
          <a:srcRect b="69380"/>
          <a:stretch>
            <a:fillRect/>
          </a:stretch>
        </p:blipFill>
        <p:spPr bwMode="auto">
          <a:xfrm>
            <a:off x="467544" y="1412776"/>
            <a:ext cx="8280920" cy="1224136"/>
          </a:xfrm>
          <a:prstGeom prst="rect">
            <a:avLst/>
          </a:prstGeom>
          <a:noFill/>
          <a:ln w="9525">
            <a:noFill/>
            <a:miter lim="800000"/>
            <a:headEnd/>
            <a:tailEnd/>
          </a:ln>
        </p:spPr>
      </p:pic>
      <p:sp>
        <p:nvSpPr>
          <p:cNvPr id="6" name="5 Elipse"/>
          <p:cNvSpPr/>
          <p:nvPr/>
        </p:nvSpPr>
        <p:spPr>
          <a:xfrm>
            <a:off x="467544" y="1772816"/>
            <a:ext cx="288032" cy="288032"/>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7891" name="Picture 3"/>
          <p:cNvPicPr>
            <a:picLocks noChangeAspect="1" noChangeArrowheads="1"/>
          </p:cNvPicPr>
          <p:nvPr/>
        </p:nvPicPr>
        <p:blipFill>
          <a:blip r:embed="rId3" cstate="print"/>
          <a:srcRect/>
          <a:stretch>
            <a:fillRect/>
          </a:stretch>
        </p:blipFill>
        <p:spPr bwMode="auto">
          <a:xfrm>
            <a:off x="467544" y="2708920"/>
            <a:ext cx="8352928" cy="3672408"/>
          </a:xfrm>
          <a:prstGeom prst="rect">
            <a:avLst/>
          </a:prstGeom>
          <a:noFill/>
          <a:ln w="9525">
            <a:noFill/>
            <a:miter lim="800000"/>
            <a:headEnd/>
            <a:tailEnd/>
          </a:ln>
        </p:spPr>
      </p:pic>
      <p:sp>
        <p:nvSpPr>
          <p:cNvPr id="16" name="15 Rectángulo"/>
          <p:cNvSpPr/>
          <p:nvPr/>
        </p:nvSpPr>
        <p:spPr>
          <a:xfrm>
            <a:off x="4716016" y="3933056"/>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25 Rectángulo"/>
          <p:cNvSpPr/>
          <p:nvPr/>
        </p:nvSpPr>
        <p:spPr>
          <a:xfrm>
            <a:off x="467544" y="3933056"/>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26 Rectángulo"/>
          <p:cNvSpPr/>
          <p:nvPr/>
        </p:nvSpPr>
        <p:spPr>
          <a:xfrm>
            <a:off x="4716016" y="4581128"/>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27 Rectángulo"/>
          <p:cNvSpPr/>
          <p:nvPr/>
        </p:nvSpPr>
        <p:spPr>
          <a:xfrm>
            <a:off x="467544" y="4581128"/>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28 Rectángulo"/>
          <p:cNvSpPr/>
          <p:nvPr/>
        </p:nvSpPr>
        <p:spPr>
          <a:xfrm>
            <a:off x="539552" y="5301208"/>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2" name="31 Conector recto de flecha"/>
          <p:cNvCxnSpPr>
            <a:stCxn id="36" idx="1"/>
            <a:endCxn id="16" idx="0"/>
          </p:cNvCxnSpPr>
          <p:nvPr/>
        </p:nvCxnSpPr>
        <p:spPr>
          <a:xfrm flipH="1">
            <a:off x="4824028" y="3238237"/>
            <a:ext cx="828092" cy="694819"/>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cxnSp>
        <p:nvCxnSpPr>
          <p:cNvPr id="34" name="33 Conector recto de flecha"/>
          <p:cNvCxnSpPr>
            <a:stCxn id="36" idx="1"/>
            <a:endCxn id="26" idx="3"/>
          </p:cNvCxnSpPr>
          <p:nvPr/>
        </p:nvCxnSpPr>
        <p:spPr>
          <a:xfrm flipH="1">
            <a:off x="683568" y="3238237"/>
            <a:ext cx="4968552" cy="838835"/>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5652120" y="3068960"/>
            <a:ext cx="1152128" cy="338554"/>
          </a:xfrm>
          <a:prstGeom prst="rect">
            <a:avLst/>
          </a:prstGeom>
          <a:noFill/>
          <a:ln>
            <a:solidFill>
              <a:srgbClr val="FF0066"/>
            </a:solidFill>
          </a:ln>
        </p:spPr>
        <p:txBody>
          <a:bodyPr wrap="square" rtlCol="0">
            <a:spAutoFit/>
          </a:bodyPr>
          <a:lstStyle/>
          <a:p>
            <a:r>
              <a:rPr lang="es-ES" sz="1600" dirty="0" smtClean="0">
                <a:solidFill>
                  <a:srgbClr val="FF0066"/>
                </a:solidFill>
              </a:rPr>
              <a:t>Al menos 1</a:t>
            </a:r>
            <a:endParaRPr lang="es-ES" sz="1600" dirty="0">
              <a:solidFill>
                <a:srgbClr val="FF0066"/>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5.3 </a:t>
            </a:r>
            <a:r>
              <a:rPr lang="es-ES" b="1" dirty="0" smtClean="0"/>
              <a:t>Cumplimentación campos Etapa 5-6</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2"/>
          <p:cNvPicPr>
            <a:picLocks noGrp="1" noChangeAspect="1" noChangeArrowheads="1"/>
          </p:cNvPicPr>
          <p:nvPr>
            <p:ph idx="1"/>
          </p:nvPr>
        </p:nvPicPr>
        <p:blipFill>
          <a:blip r:embed="rId2" cstate="print"/>
          <a:srcRect b="69380"/>
          <a:stretch>
            <a:fillRect/>
          </a:stretch>
        </p:blipFill>
        <p:spPr bwMode="auto">
          <a:xfrm>
            <a:off x="395536" y="1340768"/>
            <a:ext cx="8229600" cy="864096"/>
          </a:xfrm>
          <a:prstGeom prst="rect">
            <a:avLst/>
          </a:prstGeom>
          <a:noFill/>
          <a:ln w="9525">
            <a:noFill/>
            <a:miter lim="800000"/>
            <a:headEnd/>
            <a:tailEnd/>
          </a:ln>
        </p:spPr>
      </p:pic>
      <p:sp>
        <p:nvSpPr>
          <p:cNvPr id="6" name="5 Elipse"/>
          <p:cNvSpPr/>
          <p:nvPr/>
        </p:nvSpPr>
        <p:spPr>
          <a:xfrm>
            <a:off x="611560" y="1628800"/>
            <a:ext cx="216024" cy="144016"/>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7" name="Picture 3"/>
          <p:cNvPicPr>
            <a:picLocks noChangeAspect="1" noChangeArrowheads="1"/>
          </p:cNvPicPr>
          <p:nvPr/>
        </p:nvPicPr>
        <p:blipFill>
          <a:blip r:embed="rId3" cstate="print"/>
          <a:srcRect/>
          <a:stretch>
            <a:fillRect/>
          </a:stretch>
        </p:blipFill>
        <p:spPr bwMode="auto">
          <a:xfrm>
            <a:off x="467544" y="2852936"/>
            <a:ext cx="8015226" cy="3243461"/>
          </a:xfrm>
          <a:prstGeom prst="rect">
            <a:avLst/>
          </a:prstGeom>
          <a:noFill/>
          <a:ln w="9525">
            <a:noFill/>
            <a:miter lim="800000"/>
            <a:headEnd/>
            <a:tailEnd/>
          </a:ln>
        </p:spPr>
      </p:pic>
      <p:sp>
        <p:nvSpPr>
          <p:cNvPr id="8" name="7 Elipse"/>
          <p:cNvSpPr/>
          <p:nvPr/>
        </p:nvSpPr>
        <p:spPr>
          <a:xfrm>
            <a:off x="467544" y="4509120"/>
            <a:ext cx="216024"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Elipse"/>
          <p:cNvSpPr/>
          <p:nvPr/>
        </p:nvSpPr>
        <p:spPr>
          <a:xfrm>
            <a:off x="4572000" y="3933056"/>
            <a:ext cx="216024"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Elipse"/>
          <p:cNvSpPr/>
          <p:nvPr/>
        </p:nvSpPr>
        <p:spPr>
          <a:xfrm>
            <a:off x="539552" y="3933056"/>
            <a:ext cx="216024"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Elipse"/>
          <p:cNvSpPr/>
          <p:nvPr/>
        </p:nvSpPr>
        <p:spPr>
          <a:xfrm>
            <a:off x="4572000" y="4509120"/>
            <a:ext cx="216024"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Elipse"/>
          <p:cNvSpPr/>
          <p:nvPr/>
        </p:nvSpPr>
        <p:spPr>
          <a:xfrm>
            <a:off x="539552" y="5157192"/>
            <a:ext cx="216024"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5" name="14 Conector recto de flecha"/>
          <p:cNvCxnSpPr>
            <a:stCxn id="16" idx="0"/>
          </p:cNvCxnSpPr>
          <p:nvPr/>
        </p:nvCxnSpPr>
        <p:spPr>
          <a:xfrm flipH="1" flipV="1">
            <a:off x="827584" y="1700808"/>
            <a:ext cx="612068" cy="576064"/>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251520" y="2276872"/>
            <a:ext cx="2376264" cy="523220"/>
          </a:xfrm>
          <a:prstGeom prst="rect">
            <a:avLst/>
          </a:prstGeom>
          <a:noFill/>
          <a:ln w="19050">
            <a:solidFill>
              <a:srgbClr val="00B050"/>
            </a:solidFill>
          </a:ln>
        </p:spPr>
        <p:txBody>
          <a:bodyPr wrap="square" rtlCol="0">
            <a:spAutoFit/>
          </a:bodyPr>
          <a:lstStyle/>
          <a:p>
            <a:r>
              <a:rPr lang="es-ES" sz="1400" dirty="0" smtClean="0"/>
              <a:t>Una vez completados los campos, solicitar aprobación.</a:t>
            </a:r>
            <a:endParaRPr lang="es-ES" sz="1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323528" y="2276872"/>
            <a:ext cx="8496944" cy="1540768"/>
          </a:xfrm>
        </p:spPr>
        <p:txBody>
          <a:bodyPr/>
          <a:lstStyle/>
          <a:p>
            <a:r>
              <a:rPr lang="es-ES" sz="2400" dirty="0" smtClean="0"/>
              <a:t>La metodología de solicitud de aprobación (emails, aprobar, desaprobar etc.) es exactamente igual a la descrita en la Etapa 2-4. </a:t>
            </a:r>
            <a:r>
              <a:rPr lang="es-ES" sz="2400" b="1" dirty="0" smtClean="0"/>
              <a:t>Ver diapositivas anteriores (3.4)</a:t>
            </a:r>
            <a:r>
              <a:rPr lang="es-ES" sz="2400" dirty="0" smtClean="0"/>
              <a:t>.</a:t>
            </a:r>
            <a:endParaRPr lang="es-ES" sz="2400" dirty="0"/>
          </a:p>
        </p:txBody>
      </p:sp>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5.4 </a:t>
            </a:r>
            <a:r>
              <a:rPr lang="es-ES" b="1" dirty="0" smtClean="0"/>
              <a:t>Solicitud Aprobación Etapa 5-6</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5.5 </a:t>
            </a:r>
            <a:r>
              <a:rPr lang="es-ES" b="1" dirty="0" smtClean="0"/>
              <a:t>Evolución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8914" name="Picture 2"/>
          <p:cNvPicPr>
            <a:picLocks noGrp="1" noChangeAspect="1" noChangeArrowheads="1"/>
          </p:cNvPicPr>
          <p:nvPr>
            <p:ph idx="1"/>
          </p:nvPr>
        </p:nvPicPr>
        <p:blipFill>
          <a:blip r:embed="rId2" cstate="print"/>
          <a:srcRect/>
          <a:stretch>
            <a:fillRect/>
          </a:stretch>
        </p:blipFill>
        <p:spPr bwMode="auto">
          <a:xfrm>
            <a:off x="323528" y="1556792"/>
            <a:ext cx="8229600" cy="1228418"/>
          </a:xfrm>
          <a:prstGeom prst="rect">
            <a:avLst/>
          </a:prstGeom>
          <a:noFill/>
          <a:ln w="9525">
            <a:noFill/>
            <a:miter lim="800000"/>
            <a:headEnd/>
            <a:tailEnd/>
          </a:ln>
        </p:spPr>
      </p:pic>
      <p:pic>
        <p:nvPicPr>
          <p:cNvPr id="38915" name="Picture 3"/>
          <p:cNvPicPr>
            <a:picLocks noChangeAspect="1" noChangeArrowheads="1"/>
          </p:cNvPicPr>
          <p:nvPr/>
        </p:nvPicPr>
        <p:blipFill>
          <a:blip r:embed="rId3" cstate="print"/>
          <a:srcRect/>
          <a:stretch>
            <a:fillRect/>
          </a:stretch>
        </p:blipFill>
        <p:spPr bwMode="auto">
          <a:xfrm>
            <a:off x="395536" y="5085184"/>
            <a:ext cx="8208911" cy="1371165"/>
          </a:xfrm>
          <a:prstGeom prst="rect">
            <a:avLst/>
          </a:prstGeom>
          <a:noFill/>
          <a:ln w="9525">
            <a:noFill/>
            <a:miter lim="800000"/>
            <a:headEnd/>
            <a:tailEnd/>
          </a:ln>
        </p:spPr>
      </p:pic>
      <p:pic>
        <p:nvPicPr>
          <p:cNvPr id="38916" name="Picture 4"/>
          <p:cNvPicPr>
            <a:picLocks noChangeAspect="1" noChangeArrowheads="1"/>
          </p:cNvPicPr>
          <p:nvPr/>
        </p:nvPicPr>
        <p:blipFill>
          <a:blip r:embed="rId4" cstate="print"/>
          <a:srcRect/>
          <a:stretch>
            <a:fillRect/>
          </a:stretch>
        </p:blipFill>
        <p:spPr bwMode="auto">
          <a:xfrm>
            <a:off x="395536" y="3212976"/>
            <a:ext cx="8216155" cy="1382030"/>
          </a:xfrm>
          <a:prstGeom prst="rect">
            <a:avLst/>
          </a:prstGeom>
          <a:noFill/>
          <a:ln w="9525">
            <a:noFill/>
            <a:miter lim="800000"/>
            <a:headEnd/>
            <a:tailEnd/>
          </a:ln>
        </p:spPr>
      </p:pic>
      <p:sp>
        <p:nvSpPr>
          <p:cNvPr id="8" name="7 CuadroTexto"/>
          <p:cNvSpPr txBox="1"/>
          <p:nvPr/>
        </p:nvSpPr>
        <p:spPr>
          <a:xfrm>
            <a:off x="251520" y="1196752"/>
            <a:ext cx="2448272" cy="369332"/>
          </a:xfrm>
          <a:prstGeom prst="rect">
            <a:avLst/>
          </a:prstGeom>
          <a:noFill/>
        </p:spPr>
        <p:txBody>
          <a:bodyPr wrap="square" rtlCol="0">
            <a:spAutoFit/>
          </a:bodyPr>
          <a:lstStyle/>
          <a:p>
            <a:r>
              <a:rPr lang="es-ES" dirty="0" smtClean="0"/>
              <a:t>En proceso aprobación</a:t>
            </a:r>
            <a:endParaRPr lang="es-ES" dirty="0"/>
          </a:p>
        </p:txBody>
      </p:sp>
      <p:sp>
        <p:nvSpPr>
          <p:cNvPr id="9" name="8 CuadroTexto"/>
          <p:cNvSpPr txBox="1"/>
          <p:nvPr/>
        </p:nvSpPr>
        <p:spPr>
          <a:xfrm>
            <a:off x="323528" y="2852936"/>
            <a:ext cx="2448272" cy="369332"/>
          </a:xfrm>
          <a:prstGeom prst="rect">
            <a:avLst/>
          </a:prstGeom>
          <a:noFill/>
        </p:spPr>
        <p:txBody>
          <a:bodyPr wrap="square" rtlCol="0">
            <a:spAutoFit/>
          </a:bodyPr>
          <a:lstStyle/>
          <a:p>
            <a:r>
              <a:rPr lang="es-ES" dirty="0" smtClean="0"/>
              <a:t>Con Etapa rechazada</a:t>
            </a:r>
            <a:endParaRPr lang="es-ES" dirty="0"/>
          </a:p>
        </p:txBody>
      </p:sp>
      <p:sp>
        <p:nvSpPr>
          <p:cNvPr id="10" name="9 CuadroTexto"/>
          <p:cNvSpPr txBox="1"/>
          <p:nvPr/>
        </p:nvSpPr>
        <p:spPr>
          <a:xfrm>
            <a:off x="395536" y="4653136"/>
            <a:ext cx="2448272" cy="369332"/>
          </a:xfrm>
          <a:prstGeom prst="rect">
            <a:avLst/>
          </a:prstGeom>
          <a:noFill/>
        </p:spPr>
        <p:txBody>
          <a:bodyPr wrap="square" rtlCol="0">
            <a:spAutoFit/>
          </a:bodyPr>
          <a:lstStyle/>
          <a:p>
            <a:r>
              <a:rPr lang="es-ES" dirty="0" smtClean="0"/>
              <a:t>Con Etapa Aprobada</a:t>
            </a:r>
            <a:endParaRPr lang="es-E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a:spLocks noGrp="1"/>
          </p:cNvSpPr>
          <p:nvPr>
            <p:ph idx="1"/>
          </p:nvPr>
        </p:nvSpPr>
        <p:spPr>
          <a:xfrm>
            <a:off x="0" y="2996952"/>
            <a:ext cx="8964488" cy="532656"/>
          </a:xfrm>
        </p:spPr>
        <p:txBody>
          <a:bodyPr/>
          <a:lstStyle/>
          <a:p>
            <a:pPr algn="ctr">
              <a:buNone/>
            </a:pPr>
            <a:r>
              <a:rPr lang="es-ES" dirty="0" smtClean="0"/>
              <a:t>6. ETAPA 7-8: SEGUIMIENTO NC</a:t>
            </a:r>
            <a:endParaRPr lang="es-E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6.1 </a:t>
            </a:r>
            <a:r>
              <a:rPr lang="es-ES" b="1" dirty="0" smtClean="0"/>
              <a:t>Situación Etapa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2 Marcador de contenido"/>
          <p:cNvSpPr>
            <a:spLocks noGrp="1"/>
          </p:cNvSpPr>
          <p:nvPr>
            <p:ph idx="1"/>
          </p:nvPr>
        </p:nvSpPr>
        <p:spPr/>
        <p:txBody>
          <a:bodyPr/>
          <a:lstStyle/>
          <a:p>
            <a:r>
              <a:rPr lang="es-ES" sz="2400" dirty="0" smtClean="0"/>
              <a:t>El </a:t>
            </a:r>
            <a:r>
              <a:rPr lang="es-ES" sz="2400" b="1" dirty="0" smtClean="0"/>
              <a:t>responsable</a:t>
            </a:r>
            <a:r>
              <a:rPr lang="es-ES" sz="2400" dirty="0" smtClean="0"/>
              <a:t> de la NC ha recibido la aprobación de la etapa 5-6 y por lo tanto ha de proceder a definir la etapa 7-8. Para ello debe pinchar en el acceso directo </a:t>
            </a:r>
            <a:r>
              <a:rPr lang="es-ES" sz="2400" dirty="0" err="1" smtClean="0"/>
              <a:t>linkado</a:t>
            </a:r>
            <a:r>
              <a:rPr lang="es-ES" sz="2400" dirty="0" smtClean="0"/>
              <a:t> en el email.</a:t>
            </a:r>
          </a:p>
          <a:p>
            <a:endParaRPr lang="es-ES" dirty="0"/>
          </a:p>
        </p:txBody>
      </p:sp>
      <p:pic>
        <p:nvPicPr>
          <p:cNvPr id="2050" name="Picture 2"/>
          <p:cNvPicPr>
            <a:picLocks noChangeAspect="1" noChangeArrowheads="1"/>
          </p:cNvPicPr>
          <p:nvPr/>
        </p:nvPicPr>
        <p:blipFill>
          <a:blip r:embed="rId3" cstate="print"/>
          <a:srcRect/>
          <a:stretch>
            <a:fillRect/>
          </a:stretch>
        </p:blipFill>
        <p:spPr bwMode="auto">
          <a:xfrm>
            <a:off x="1043608" y="4509120"/>
            <a:ext cx="7151075" cy="945257"/>
          </a:xfrm>
          <a:prstGeom prst="rect">
            <a:avLst/>
          </a:prstGeom>
          <a:noFill/>
          <a:ln w="9525">
            <a:noFill/>
            <a:miter lim="800000"/>
            <a:headEnd/>
            <a:tailEnd/>
          </a:ln>
        </p:spPr>
      </p:pic>
      <p:sp>
        <p:nvSpPr>
          <p:cNvPr id="7" name="6 Elipse"/>
          <p:cNvSpPr/>
          <p:nvPr/>
        </p:nvSpPr>
        <p:spPr>
          <a:xfrm>
            <a:off x="2771800" y="4869160"/>
            <a:ext cx="648072" cy="216024"/>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6.2 </a:t>
            </a:r>
            <a:r>
              <a:rPr lang="es-ES" b="1" dirty="0" smtClean="0"/>
              <a:t>Campos Obligatorios para Solicitud de aprobación</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1171612" y="1340768"/>
            <a:ext cx="5910497" cy="5328592"/>
          </a:xfrm>
          <a:prstGeom prst="rect">
            <a:avLst/>
          </a:prstGeom>
          <a:noFill/>
          <a:ln w="9525">
            <a:noFill/>
            <a:miter lim="800000"/>
            <a:headEnd/>
            <a:tailEnd/>
          </a:ln>
        </p:spPr>
      </p:pic>
      <p:sp>
        <p:nvSpPr>
          <p:cNvPr id="7" name="6 Rectángulo"/>
          <p:cNvSpPr/>
          <p:nvPr/>
        </p:nvSpPr>
        <p:spPr>
          <a:xfrm>
            <a:off x="6228184" y="1844824"/>
            <a:ext cx="648072" cy="21602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1331640" y="2348880"/>
            <a:ext cx="5400600" cy="504056"/>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3851920" y="3717032"/>
            <a:ext cx="504056" cy="2520280"/>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4572000" y="4509120"/>
            <a:ext cx="3168352" cy="523220"/>
          </a:xfrm>
          <a:prstGeom prst="rect">
            <a:avLst/>
          </a:prstGeom>
          <a:noFill/>
          <a:ln>
            <a:solidFill>
              <a:srgbClr val="FF0066"/>
            </a:solidFill>
          </a:ln>
        </p:spPr>
        <p:txBody>
          <a:bodyPr wrap="square" rtlCol="0">
            <a:spAutoFit/>
          </a:bodyPr>
          <a:lstStyle/>
          <a:p>
            <a:r>
              <a:rPr lang="es-ES" sz="1400" dirty="0" smtClean="0">
                <a:solidFill>
                  <a:srgbClr val="FF0066"/>
                </a:solidFill>
              </a:rPr>
              <a:t>En caso de seleccionar la casilla “si”, será obligatorio definir Responsable  y plazos</a:t>
            </a:r>
            <a:endParaRPr lang="es-ES" sz="1400" dirty="0">
              <a:solidFill>
                <a:srgbClr val="FF0066"/>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6.3 </a:t>
            </a:r>
            <a:r>
              <a:rPr lang="es-ES" b="1" dirty="0" smtClean="0"/>
              <a:t>Cumplimentación campos Etapa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2"/>
          <p:cNvPicPr>
            <a:picLocks noGrp="1" noChangeAspect="1" noChangeArrowheads="1"/>
          </p:cNvPicPr>
          <p:nvPr>
            <p:ph idx="1"/>
          </p:nvPr>
        </p:nvPicPr>
        <p:blipFill>
          <a:blip r:embed="rId2" cstate="print"/>
          <a:srcRect/>
          <a:stretch>
            <a:fillRect/>
          </a:stretch>
        </p:blipFill>
        <p:spPr bwMode="auto">
          <a:xfrm>
            <a:off x="1619672" y="1201520"/>
            <a:ext cx="5745466" cy="5179808"/>
          </a:xfrm>
          <a:prstGeom prst="rect">
            <a:avLst/>
          </a:prstGeom>
          <a:noFill/>
          <a:ln w="9525">
            <a:noFill/>
            <a:miter lim="800000"/>
            <a:headEnd/>
            <a:tailEnd/>
          </a:ln>
        </p:spPr>
      </p:pic>
      <p:sp>
        <p:nvSpPr>
          <p:cNvPr id="7" name="6 Elipse"/>
          <p:cNvSpPr/>
          <p:nvPr/>
        </p:nvSpPr>
        <p:spPr>
          <a:xfrm>
            <a:off x="4211960" y="4005064"/>
            <a:ext cx="216024" cy="1440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 name="8 Conector recto de flecha"/>
          <p:cNvCxnSpPr>
            <a:stCxn id="7" idx="6"/>
          </p:cNvCxnSpPr>
          <p:nvPr/>
        </p:nvCxnSpPr>
        <p:spPr>
          <a:xfrm>
            <a:off x="4427984" y="4077072"/>
            <a:ext cx="288032"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4716016" y="4005064"/>
            <a:ext cx="2592288"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p:cNvSpPr txBox="1"/>
          <p:nvPr/>
        </p:nvSpPr>
        <p:spPr>
          <a:xfrm>
            <a:off x="4211960" y="4365104"/>
            <a:ext cx="3168352" cy="523220"/>
          </a:xfrm>
          <a:prstGeom prst="rect">
            <a:avLst/>
          </a:prstGeom>
          <a:noFill/>
          <a:ln>
            <a:solidFill>
              <a:srgbClr val="FF0000"/>
            </a:solidFill>
          </a:ln>
        </p:spPr>
        <p:txBody>
          <a:bodyPr wrap="square" rtlCol="0">
            <a:spAutoFit/>
          </a:bodyPr>
          <a:lstStyle/>
          <a:p>
            <a:r>
              <a:rPr lang="es-ES" sz="1400" dirty="0" smtClean="0">
                <a:solidFill>
                  <a:srgbClr val="FF0000"/>
                </a:solidFill>
              </a:rPr>
              <a:t>En caso de seleccionar la casilla “si”, será obligatorio definir Responsable  y plazos</a:t>
            </a:r>
            <a:endParaRPr lang="es-ES" sz="1400" dirty="0">
              <a:solidFill>
                <a:srgbClr val="FF0000"/>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6.4 </a:t>
            </a:r>
            <a:r>
              <a:rPr lang="es-ES" b="1" dirty="0" smtClean="0"/>
              <a:t>Solicitud Aprobación Etapa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2 Marcador de contenido"/>
          <p:cNvSpPr>
            <a:spLocks noGrp="1"/>
          </p:cNvSpPr>
          <p:nvPr>
            <p:ph idx="1"/>
          </p:nvPr>
        </p:nvSpPr>
        <p:spPr>
          <a:xfrm>
            <a:off x="457200" y="1916832"/>
            <a:ext cx="8229600" cy="4209331"/>
          </a:xfrm>
        </p:spPr>
        <p:txBody>
          <a:bodyPr/>
          <a:lstStyle/>
          <a:p>
            <a:r>
              <a:rPr lang="es-ES" sz="2400" dirty="0" smtClean="0"/>
              <a:t>La metodología de solicitud de aprobación (emails, aprobar, desaprobar etc.) es exactamente igual a la descrita en la Etapa 2-4. </a:t>
            </a:r>
            <a:r>
              <a:rPr lang="es-ES" sz="2400" b="1" dirty="0" smtClean="0"/>
              <a:t>Ver diapositivas anteriores (3.4)</a:t>
            </a:r>
            <a:r>
              <a:rPr lang="es-ES" sz="2400" dirty="0" smtClean="0"/>
              <a:t>.</a:t>
            </a:r>
            <a:endParaRPr lang="es-ES"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4294967295"/>
          </p:nvPr>
        </p:nvPicPr>
        <p:blipFill>
          <a:blip r:embed="rId2" cstate="print"/>
          <a:srcRect/>
          <a:stretch>
            <a:fillRect/>
          </a:stretch>
        </p:blipFill>
        <p:spPr bwMode="auto">
          <a:xfrm>
            <a:off x="395536" y="1628800"/>
            <a:ext cx="8208963" cy="1254125"/>
          </a:xfrm>
          <a:prstGeom prst="rect">
            <a:avLst/>
          </a:prstGeom>
          <a:noFill/>
          <a:ln w="9525">
            <a:noFill/>
            <a:miter lim="800000"/>
            <a:headEnd/>
            <a:tailEnd/>
          </a:ln>
        </p:spPr>
      </p:pic>
      <p:sp>
        <p:nvSpPr>
          <p:cNvPr id="5"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6.5 </a:t>
            </a:r>
            <a:r>
              <a:rPr lang="es-ES" b="1" dirty="0" smtClean="0"/>
              <a:t>Evolución 8D </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CuadroTexto"/>
          <p:cNvSpPr txBox="1"/>
          <p:nvPr/>
        </p:nvSpPr>
        <p:spPr>
          <a:xfrm>
            <a:off x="251520" y="1196752"/>
            <a:ext cx="2448272" cy="369332"/>
          </a:xfrm>
          <a:prstGeom prst="rect">
            <a:avLst/>
          </a:prstGeom>
          <a:noFill/>
        </p:spPr>
        <p:txBody>
          <a:bodyPr wrap="square" rtlCol="0">
            <a:spAutoFit/>
          </a:bodyPr>
          <a:lstStyle/>
          <a:p>
            <a:r>
              <a:rPr lang="es-ES" dirty="0" smtClean="0"/>
              <a:t>En proceso aprobación</a:t>
            </a:r>
            <a:endParaRPr lang="es-ES" dirty="0"/>
          </a:p>
        </p:txBody>
      </p:sp>
      <p:sp>
        <p:nvSpPr>
          <p:cNvPr id="7" name="6 CuadroTexto"/>
          <p:cNvSpPr txBox="1"/>
          <p:nvPr/>
        </p:nvSpPr>
        <p:spPr>
          <a:xfrm>
            <a:off x="323528" y="2852936"/>
            <a:ext cx="2448272" cy="369332"/>
          </a:xfrm>
          <a:prstGeom prst="rect">
            <a:avLst/>
          </a:prstGeom>
          <a:noFill/>
        </p:spPr>
        <p:txBody>
          <a:bodyPr wrap="square" rtlCol="0">
            <a:spAutoFit/>
          </a:bodyPr>
          <a:lstStyle/>
          <a:p>
            <a:r>
              <a:rPr lang="es-ES" dirty="0" smtClean="0"/>
              <a:t>Con Etapa rechazada</a:t>
            </a:r>
            <a:endParaRPr lang="es-ES" dirty="0"/>
          </a:p>
        </p:txBody>
      </p:sp>
      <p:sp>
        <p:nvSpPr>
          <p:cNvPr id="8" name="7 CuadroTexto"/>
          <p:cNvSpPr txBox="1"/>
          <p:nvPr/>
        </p:nvSpPr>
        <p:spPr>
          <a:xfrm>
            <a:off x="323528" y="4653136"/>
            <a:ext cx="2448272" cy="369332"/>
          </a:xfrm>
          <a:prstGeom prst="rect">
            <a:avLst/>
          </a:prstGeom>
          <a:noFill/>
        </p:spPr>
        <p:txBody>
          <a:bodyPr wrap="square" rtlCol="0">
            <a:spAutoFit/>
          </a:bodyPr>
          <a:lstStyle/>
          <a:p>
            <a:r>
              <a:rPr lang="es-ES" dirty="0" smtClean="0"/>
              <a:t>Con Etapa Aprobada</a:t>
            </a:r>
            <a:endParaRPr lang="es-ES" dirty="0"/>
          </a:p>
        </p:txBody>
      </p:sp>
      <p:pic>
        <p:nvPicPr>
          <p:cNvPr id="2" name="Picture 2"/>
          <p:cNvPicPr>
            <a:picLocks noChangeAspect="1" noChangeArrowheads="1"/>
          </p:cNvPicPr>
          <p:nvPr/>
        </p:nvPicPr>
        <p:blipFill>
          <a:blip r:embed="rId3" cstate="print"/>
          <a:srcRect/>
          <a:stretch>
            <a:fillRect/>
          </a:stretch>
        </p:blipFill>
        <p:spPr bwMode="auto">
          <a:xfrm>
            <a:off x="395536" y="3212976"/>
            <a:ext cx="8208912" cy="130692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395536" y="5085184"/>
            <a:ext cx="8028384" cy="123211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395536" y="1628800"/>
            <a:ext cx="8229600" cy="1808503"/>
          </a:xfrm>
          <a:prstGeom prst="rect">
            <a:avLst/>
          </a:prstGeom>
          <a:noFill/>
          <a:ln w="9525">
            <a:noFill/>
            <a:miter lim="800000"/>
            <a:headEnd/>
            <a:tailEnd/>
          </a:ln>
        </p:spPr>
      </p:pic>
      <p:sp>
        <p:nvSpPr>
          <p:cNvPr id="5" name="4 Elipse"/>
          <p:cNvSpPr/>
          <p:nvPr/>
        </p:nvSpPr>
        <p:spPr>
          <a:xfrm>
            <a:off x="4355976" y="2780928"/>
            <a:ext cx="936104" cy="36004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6 Conector recto de flecha"/>
          <p:cNvCxnSpPr>
            <a:stCxn id="5" idx="0"/>
          </p:cNvCxnSpPr>
          <p:nvPr/>
        </p:nvCxnSpPr>
        <p:spPr>
          <a:xfrm flipV="1">
            <a:off x="4824028" y="1412776"/>
            <a:ext cx="252028" cy="136815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5076056" y="980728"/>
            <a:ext cx="1512168" cy="523220"/>
          </a:xfrm>
          <a:prstGeom prst="rect">
            <a:avLst/>
          </a:prstGeom>
          <a:noFill/>
        </p:spPr>
        <p:txBody>
          <a:bodyPr wrap="square" rtlCol="0">
            <a:spAutoFit/>
          </a:bodyPr>
          <a:lstStyle/>
          <a:p>
            <a:r>
              <a:rPr lang="es-ES" sz="1400" dirty="0" smtClean="0">
                <a:solidFill>
                  <a:srgbClr val="0000FF"/>
                </a:solidFill>
              </a:rPr>
              <a:t>Se ha actualizado automáticamente</a:t>
            </a:r>
            <a:endParaRPr lang="es-ES" sz="1400" dirty="0">
              <a:solidFill>
                <a:srgbClr val="0000FF"/>
              </a:solidFill>
            </a:endParaRPr>
          </a:p>
        </p:txBody>
      </p:sp>
      <p:sp>
        <p:nvSpPr>
          <p:cNvPr id="9"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6.5 </a:t>
            </a:r>
            <a:r>
              <a:rPr lang="es-ES" b="1" dirty="0" smtClean="0"/>
              <a:t>Cierre NC con la aprobación de la Etapa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p:cNvPicPr>
            <a:picLocks noChangeAspect="1" noChangeArrowheads="1"/>
          </p:cNvPicPr>
          <p:nvPr/>
        </p:nvPicPr>
        <p:blipFill>
          <a:blip r:embed="rId3" cstate="print"/>
          <a:srcRect/>
          <a:stretch>
            <a:fillRect/>
          </a:stretch>
        </p:blipFill>
        <p:spPr bwMode="auto">
          <a:xfrm>
            <a:off x="395536" y="5157192"/>
            <a:ext cx="4038600" cy="733425"/>
          </a:xfrm>
          <a:prstGeom prst="rect">
            <a:avLst/>
          </a:prstGeom>
          <a:noFill/>
          <a:ln w="9525">
            <a:noFill/>
            <a:miter lim="800000"/>
            <a:headEnd/>
            <a:tailEnd/>
          </a:ln>
        </p:spPr>
      </p:pic>
      <p:sp>
        <p:nvSpPr>
          <p:cNvPr id="10" name="9 Elipse"/>
          <p:cNvSpPr/>
          <p:nvPr/>
        </p:nvSpPr>
        <p:spPr>
          <a:xfrm>
            <a:off x="1475656" y="5517232"/>
            <a:ext cx="432048" cy="50405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11 Conector recto de flecha"/>
          <p:cNvCxnSpPr>
            <a:stCxn id="10" idx="7"/>
          </p:cNvCxnSpPr>
          <p:nvPr/>
        </p:nvCxnSpPr>
        <p:spPr>
          <a:xfrm flipV="1">
            <a:off x="1844432" y="4509120"/>
            <a:ext cx="639336" cy="1081929"/>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187624" y="3933056"/>
            <a:ext cx="3240360" cy="523220"/>
          </a:xfrm>
          <a:prstGeom prst="rect">
            <a:avLst/>
          </a:prstGeom>
          <a:noFill/>
        </p:spPr>
        <p:txBody>
          <a:bodyPr wrap="square" rtlCol="0">
            <a:spAutoFit/>
          </a:bodyPr>
          <a:lstStyle/>
          <a:p>
            <a:r>
              <a:rPr lang="es-ES" sz="1400" dirty="0" smtClean="0">
                <a:solidFill>
                  <a:srgbClr val="0000FF"/>
                </a:solidFill>
              </a:rPr>
              <a:t>En símbolo de la NC en el listado principal se actualiza automáticamente</a:t>
            </a:r>
            <a:endParaRPr lang="es-ES" sz="1400" dirty="0">
              <a:solidFill>
                <a:srgbClr val="0000FF"/>
              </a:solidFill>
            </a:endParaRPr>
          </a:p>
        </p:txBody>
      </p:sp>
      <p:pic>
        <p:nvPicPr>
          <p:cNvPr id="1027" name="Picture 3"/>
          <p:cNvPicPr>
            <a:picLocks noChangeAspect="1" noChangeArrowheads="1"/>
          </p:cNvPicPr>
          <p:nvPr/>
        </p:nvPicPr>
        <p:blipFill>
          <a:blip r:embed="rId4" cstate="print"/>
          <a:srcRect/>
          <a:stretch>
            <a:fillRect/>
          </a:stretch>
        </p:blipFill>
        <p:spPr bwMode="auto">
          <a:xfrm>
            <a:off x="5004048" y="4005064"/>
            <a:ext cx="1000125" cy="333375"/>
          </a:xfrm>
          <a:prstGeom prst="rect">
            <a:avLst/>
          </a:prstGeom>
          <a:noFill/>
          <a:ln w="9525">
            <a:noFill/>
            <a:miter lim="800000"/>
            <a:headEnd/>
            <a:tailEnd/>
          </a:ln>
        </p:spPr>
      </p:pic>
      <p:sp>
        <p:nvSpPr>
          <p:cNvPr id="14" name="13 CuadroTexto"/>
          <p:cNvSpPr txBox="1"/>
          <p:nvPr/>
        </p:nvSpPr>
        <p:spPr>
          <a:xfrm>
            <a:off x="4860032" y="4437112"/>
            <a:ext cx="3744416" cy="954107"/>
          </a:xfrm>
          <a:prstGeom prst="rect">
            <a:avLst/>
          </a:prstGeom>
          <a:noFill/>
        </p:spPr>
        <p:txBody>
          <a:bodyPr wrap="square" rtlCol="0">
            <a:spAutoFit/>
          </a:bodyPr>
          <a:lstStyle/>
          <a:p>
            <a:r>
              <a:rPr lang="es-ES" sz="1400" dirty="0" smtClean="0">
                <a:solidFill>
                  <a:srgbClr val="0000FF"/>
                </a:solidFill>
              </a:rPr>
              <a:t>En la parte superior de la pantalla, junto a nueva NC y borrar NC Aparecerá el simbolito de lecciones aprendidas. Para habilitar el crear una </a:t>
            </a:r>
            <a:r>
              <a:rPr lang="es-ES" sz="1400" dirty="0" err="1" smtClean="0">
                <a:solidFill>
                  <a:srgbClr val="0000FF"/>
                </a:solidFill>
              </a:rPr>
              <a:t>Leccion</a:t>
            </a:r>
            <a:r>
              <a:rPr lang="es-ES" sz="1400" dirty="0" smtClean="0">
                <a:solidFill>
                  <a:srgbClr val="0000FF"/>
                </a:solidFill>
              </a:rPr>
              <a:t> aprendida si se considera oportuno</a:t>
            </a:r>
            <a:endParaRPr lang="es-ES" sz="1400" dirty="0">
              <a:solidFill>
                <a:srgbClr val="0000FF"/>
              </a:solidFill>
            </a:endParaRPr>
          </a:p>
        </p:txBody>
      </p:sp>
      <p:sp>
        <p:nvSpPr>
          <p:cNvPr id="15" name="14 Elipse"/>
          <p:cNvSpPr/>
          <p:nvPr/>
        </p:nvSpPr>
        <p:spPr>
          <a:xfrm>
            <a:off x="5580112" y="4077072"/>
            <a:ext cx="288032"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7" name="16 Conector recto de flecha"/>
          <p:cNvCxnSpPr>
            <a:stCxn id="15" idx="6"/>
          </p:cNvCxnSpPr>
          <p:nvPr/>
        </p:nvCxnSpPr>
        <p:spPr>
          <a:xfrm>
            <a:off x="5868144" y="4221088"/>
            <a:ext cx="432048" cy="144016"/>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20472"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7. DOCUMENTOS ADJUNTOS</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7.1 </a:t>
            </a:r>
            <a:r>
              <a:rPr lang="es-ES" b="1" dirty="0" smtClean="0"/>
              <a:t>Adjuntar documentación</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2"/>
          <p:cNvPicPr>
            <a:picLocks noGrp="1" noChangeAspect="1" noChangeArrowheads="1"/>
          </p:cNvPicPr>
          <p:nvPr>
            <p:ph idx="1"/>
          </p:nvPr>
        </p:nvPicPr>
        <p:blipFill>
          <a:blip r:embed="rId2" cstate="print"/>
          <a:srcRect/>
          <a:stretch>
            <a:fillRect/>
          </a:stretch>
        </p:blipFill>
        <p:spPr bwMode="auto">
          <a:xfrm>
            <a:off x="467544" y="4221088"/>
            <a:ext cx="5848350" cy="628650"/>
          </a:xfrm>
          <a:prstGeom prst="rect">
            <a:avLst/>
          </a:prstGeom>
          <a:noFill/>
          <a:ln w="9525">
            <a:noFill/>
            <a:miter lim="800000"/>
            <a:headEnd/>
            <a:tailEnd/>
          </a:ln>
        </p:spPr>
      </p:pic>
      <p:sp>
        <p:nvSpPr>
          <p:cNvPr id="6" name="5 CuadroTexto"/>
          <p:cNvSpPr txBox="1"/>
          <p:nvPr/>
        </p:nvSpPr>
        <p:spPr>
          <a:xfrm>
            <a:off x="395536" y="1340768"/>
            <a:ext cx="8136904" cy="523220"/>
          </a:xfrm>
          <a:prstGeom prst="rect">
            <a:avLst/>
          </a:prstGeom>
          <a:noFill/>
        </p:spPr>
        <p:txBody>
          <a:bodyPr wrap="square" rtlCol="0">
            <a:spAutoFit/>
          </a:bodyPr>
          <a:lstStyle/>
          <a:p>
            <a:r>
              <a:rPr lang="es-ES" sz="1400" dirty="0" smtClean="0"/>
              <a:t>Para detallar la documentación de las diferentes etapas, se adjuntan documentos. Por ejemplo en la etapa 7-8 se pide verificación mediante adjuntos. Ver nota etapa 7-8:</a:t>
            </a:r>
            <a:endParaRPr lang="es-ES" sz="1400" dirty="0"/>
          </a:p>
        </p:txBody>
      </p:sp>
      <p:pic>
        <p:nvPicPr>
          <p:cNvPr id="7" name="Picture 2"/>
          <p:cNvPicPr>
            <a:picLocks noChangeAspect="1" noChangeArrowheads="1"/>
          </p:cNvPicPr>
          <p:nvPr/>
        </p:nvPicPr>
        <p:blipFill>
          <a:blip r:embed="rId3" cstate="print"/>
          <a:srcRect t="5405" b="63514"/>
          <a:stretch>
            <a:fillRect/>
          </a:stretch>
        </p:blipFill>
        <p:spPr bwMode="auto">
          <a:xfrm>
            <a:off x="395536" y="1916832"/>
            <a:ext cx="5910497" cy="1656184"/>
          </a:xfrm>
          <a:prstGeom prst="rect">
            <a:avLst/>
          </a:prstGeom>
          <a:noFill/>
          <a:ln w="9525">
            <a:noFill/>
            <a:miter lim="800000"/>
            <a:headEnd/>
            <a:tailEnd/>
          </a:ln>
        </p:spPr>
      </p:pic>
      <p:sp>
        <p:nvSpPr>
          <p:cNvPr id="8" name="7 Elipse"/>
          <p:cNvSpPr/>
          <p:nvPr/>
        </p:nvSpPr>
        <p:spPr>
          <a:xfrm>
            <a:off x="179512" y="3140968"/>
            <a:ext cx="6408712" cy="43204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395536" y="3861048"/>
            <a:ext cx="8136904" cy="307777"/>
          </a:xfrm>
          <a:prstGeom prst="rect">
            <a:avLst/>
          </a:prstGeom>
          <a:noFill/>
        </p:spPr>
        <p:txBody>
          <a:bodyPr wrap="square" rtlCol="0">
            <a:spAutoFit/>
          </a:bodyPr>
          <a:lstStyle/>
          <a:p>
            <a:r>
              <a:rPr lang="es-ES" sz="1400" dirty="0" smtClean="0"/>
              <a:t>Para adjuntar documentación se ha de ir a la pestaña Documentos Adjuntos y pulsar en añadir:</a:t>
            </a:r>
            <a:endParaRPr lang="es-ES" sz="1400" dirty="0"/>
          </a:p>
        </p:txBody>
      </p:sp>
      <p:sp>
        <p:nvSpPr>
          <p:cNvPr id="10" name="9 Elipse"/>
          <p:cNvSpPr/>
          <p:nvPr/>
        </p:nvSpPr>
        <p:spPr>
          <a:xfrm>
            <a:off x="539552" y="4581128"/>
            <a:ext cx="360040"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074" name="Picture 2"/>
          <p:cNvPicPr>
            <a:picLocks noChangeAspect="1" noChangeArrowheads="1"/>
          </p:cNvPicPr>
          <p:nvPr/>
        </p:nvPicPr>
        <p:blipFill>
          <a:blip r:embed="rId4" cstate="print"/>
          <a:srcRect/>
          <a:stretch>
            <a:fillRect/>
          </a:stretch>
        </p:blipFill>
        <p:spPr bwMode="auto">
          <a:xfrm>
            <a:off x="1259632" y="4653136"/>
            <a:ext cx="6104781" cy="2089925"/>
          </a:xfrm>
          <a:prstGeom prst="rect">
            <a:avLst/>
          </a:prstGeom>
          <a:noFill/>
          <a:ln w="9525">
            <a:noFill/>
            <a:miter lim="800000"/>
            <a:headEnd/>
            <a:tailEnd/>
          </a:ln>
        </p:spPr>
      </p:pic>
      <p:cxnSp>
        <p:nvCxnSpPr>
          <p:cNvPr id="13" name="12 Conector recto de flecha"/>
          <p:cNvCxnSpPr>
            <a:stCxn id="10" idx="5"/>
          </p:cNvCxnSpPr>
          <p:nvPr/>
        </p:nvCxnSpPr>
        <p:spPr>
          <a:xfrm>
            <a:off x="846865" y="4826979"/>
            <a:ext cx="412767" cy="258205"/>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4" name="13 Elipse"/>
          <p:cNvSpPr/>
          <p:nvPr/>
        </p:nvSpPr>
        <p:spPr>
          <a:xfrm>
            <a:off x="2051720" y="4941168"/>
            <a:ext cx="2880320" cy="136815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rgbClr val="0000FF"/>
                </a:solidFill>
              </a:rPr>
              <a:t>Rellenar campos necesarios y aceptar</a:t>
            </a:r>
            <a:endParaRPr lang="es-ES" dirty="0">
              <a:solidFill>
                <a:srgbClr val="0000FF"/>
              </a:solidFill>
            </a:endParaRPr>
          </a:p>
        </p:txBody>
      </p:sp>
      <p:cxnSp>
        <p:nvCxnSpPr>
          <p:cNvPr id="16" name="15 Conector recto de flecha"/>
          <p:cNvCxnSpPr/>
          <p:nvPr/>
        </p:nvCxnSpPr>
        <p:spPr>
          <a:xfrm>
            <a:off x="3923928" y="5949280"/>
            <a:ext cx="1800200" cy="504056"/>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7" name="16 Elipse"/>
          <p:cNvSpPr/>
          <p:nvPr/>
        </p:nvSpPr>
        <p:spPr>
          <a:xfrm>
            <a:off x="5796136" y="6381328"/>
            <a:ext cx="360040" cy="36004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9248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8. LINEAS DE COSTE</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8.1 </a:t>
            </a:r>
            <a:r>
              <a:rPr lang="es-ES" b="1" dirty="0" smtClean="0"/>
              <a:t>Líneas de coste I (En desarrollo, no activo de momento)</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CuadroTexto"/>
          <p:cNvSpPr txBox="1"/>
          <p:nvPr/>
        </p:nvSpPr>
        <p:spPr>
          <a:xfrm>
            <a:off x="6228184" y="1484784"/>
            <a:ext cx="2520280" cy="954107"/>
          </a:xfrm>
          <a:prstGeom prst="rect">
            <a:avLst/>
          </a:prstGeom>
          <a:noFill/>
        </p:spPr>
        <p:txBody>
          <a:bodyPr wrap="square" rtlCol="0">
            <a:spAutoFit/>
          </a:bodyPr>
          <a:lstStyle/>
          <a:p>
            <a:r>
              <a:rPr lang="es-ES" sz="1400" dirty="0" smtClean="0">
                <a:solidFill>
                  <a:srgbClr val="FF0066"/>
                </a:solidFill>
                <a:latin typeface="Arial" pitchFamily="34" charset="0"/>
                <a:cs typeface="Arial" pitchFamily="34" charset="0"/>
              </a:rPr>
              <a:t>En esta pestaña se definen los costes asignados a la no conformidad mediante los siguientes campos:</a:t>
            </a:r>
            <a:endParaRPr lang="es-ES" sz="1400" dirty="0">
              <a:solidFill>
                <a:srgbClr val="FF0066"/>
              </a:solidFill>
              <a:latin typeface="Arial" pitchFamily="34" charset="0"/>
              <a:cs typeface="Arial" pitchFamily="34" charset="0"/>
            </a:endParaRPr>
          </a:p>
        </p:txBody>
      </p:sp>
      <p:pic>
        <p:nvPicPr>
          <p:cNvPr id="1026" name="Picture 2"/>
          <p:cNvPicPr>
            <a:picLocks noChangeAspect="1" noChangeArrowheads="1"/>
          </p:cNvPicPr>
          <p:nvPr/>
        </p:nvPicPr>
        <p:blipFill>
          <a:blip r:embed="rId2" cstate="print"/>
          <a:srcRect r="43444"/>
          <a:stretch>
            <a:fillRect/>
          </a:stretch>
        </p:blipFill>
        <p:spPr bwMode="auto">
          <a:xfrm>
            <a:off x="179512" y="1268760"/>
            <a:ext cx="6012160" cy="1390650"/>
          </a:xfrm>
          <a:prstGeom prst="rect">
            <a:avLst/>
          </a:prstGeom>
          <a:noFill/>
          <a:ln w="9525">
            <a:noFill/>
            <a:miter lim="800000"/>
            <a:headEnd/>
            <a:tailEnd/>
          </a:ln>
        </p:spPr>
      </p:pic>
      <p:sp>
        <p:nvSpPr>
          <p:cNvPr id="8" name="7 Elipse"/>
          <p:cNvSpPr/>
          <p:nvPr/>
        </p:nvSpPr>
        <p:spPr>
          <a:xfrm>
            <a:off x="251520" y="1772816"/>
            <a:ext cx="288032" cy="360040"/>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7" name="Picture 3"/>
          <p:cNvPicPr>
            <a:picLocks noChangeAspect="1" noChangeArrowheads="1"/>
          </p:cNvPicPr>
          <p:nvPr/>
        </p:nvPicPr>
        <p:blipFill>
          <a:blip r:embed="rId3" cstate="print"/>
          <a:srcRect/>
          <a:stretch>
            <a:fillRect/>
          </a:stretch>
        </p:blipFill>
        <p:spPr bwMode="auto">
          <a:xfrm>
            <a:off x="611560" y="2852936"/>
            <a:ext cx="3530235" cy="1283221"/>
          </a:xfrm>
          <a:prstGeom prst="rect">
            <a:avLst/>
          </a:prstGeom>
          <a:noFill/>
          <a:ln w="19050">
            <a:solidFill>
              <a:srgbClr val="FF0066"/>
            </a:solidFill>
            <a:miter lim="800000"/>
            <a:headEnd/>
            <a:tailEnd/>
          </a:ln>
        </p:spPr>
      </p:pic>
      <p:cxnSp>
        <p:nvCxnSpPr>
          <p:cNvPr id="11" name="10 Conector recto de flecha"/>
          <p:cNvCxnSpPr>
            <a:stCxn id="8" idx="5"/>
          </p:cNvCxnSpPr>
          <p:nvPr/>
        </p:nvCxnSpPr>
        <p:spPr>
          <a:xfrm>
            <a:off x="497371" y="2080129"/>
            <a:ext cx="1050293" cy="772807"/>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4211960" y="2852936"/>
            <a:ext cx="2592288" cy="369332"/>
          </a:xfrm>
          <a:prstGeom prst="rect">
            <a:avLst/>
          </a:prstGeom>
          <a:noFill/>
        </p:spPr>
        <p:txBody>
          <a:bodyPr wrap="square" rtlCol="0">
            <a:spAutoFit/>
          </a:bodyPr>
          <a:lstStyle/>
          <a:p>
            <a:r>
              <a:rPr lang="es-ES" dirty="0" smtClean="0">
                <a:solidFill>
                  <a:srgbClr val="FF0066"/>
                </a:solidFill>
              </a:rPr>
              <a:t>Rellenar la línea de coste</a:t>
            </a:r>
            <a:endParaRPr lang="es-ES" dirty="0">
              <a:solidFill>
                <a:srgbClr val="FF0066"/>
              </a:solidFill>
            </a:endParaRPr>
          </a:p>
        </p:txBody>
      </p:sp>
      <p:sp>
        <p:nvSpPr>
          <p:cNvPr id="13" name="12 CuadroTexto"/>
          <p:cNvSpPr txBox="1"/>
          <p:nvPr/>
        </p:nvSpPr>
        <p:spPr>
          <a:xfrm>
            <a:off x="0" y="4365104"/>
            <a:ext cx="9144000" cy="646331"/>
          </a:xfrm>
          <a:prstGeom prst="rect">
            <a:avLst/>
          </a:prstGeom>
          <a:noFill/>
        </p:spPr>
        <p:txBody>
          <a:bodyPr wrap="square" rtlCol="0">
            <a:spAutoFit/>
          </a:bodyPr>
          <a:lstStyle/>
          <a:p>
            <a:r>
              <a:rPr lang="es-ES" dirty="0" smtClean="0">
                <a:solidFill>
                  <a:srgbClr val="FF0066"/>
                </a:solidFill>
              </a:rPr>
              <a:t>Una vez se han definido diferentes líneas de coste, se agrupan para generar una “factura” o un conjunto de líneas que se quieren cargar contra esa NC. </a:t>
            </a:r>
            <a:endParaRPr lang="es-ES" dirty="0">
              <a:solidFill>
                <a:srgbClr val="FF0066"/>
              </a:solidFill>
            </a:endParaRPr>
          </a:p>
        </p:txBody>
      </p:sp>
      <p:pic>
        <p:nvPicPr>
          <p:cNvPr id="2" name="Picture 4"/>
          <p:cNvPicPr>
            <a:picLocks noChangeAspect="1" noChangeArrowheads="1"/>
          </p:cNvPicPr>
          <p:nvPr/>
        </p:nvPicPr>
        <p:blipFill>
          <a:blip r:embed="rId4" cstate="print"/>
          <a:srcRect/>
          <a:stretch>
            <a:fillRect/>
          </a:stretch>
        </p:blipFill>
        <p:spPr bwMode="auto">
          <a:xfrm>
            <a:off x="179512" y="5229200"/>
            <a:ext cx="7650262" cy="1254565"/>
          </a:xfrm>
          <a:prstGeom prst="rect">
            <a:avLst/>
          </a:prstGeom>
          <a:noFill/>
          <a:ln w="9525">
            <a:solidFill>
              <a:srgbClr val="FF0066"/>
            </a:solidFill>
            <a:miter lim="800000"/>
            <a:headEnd/>
            <a:tailEnd/>
          </a:ln>
        </p:spPr>
      </p:pic>
      <p:sp>
        <p:nvSpPr>
          <p:cNvPr id="15" name="14 Elipse"/>
          <p:cNvSpPr/>
          <p:nvPr/>
        </p:nvSpPr>
        <p:spPr>
          <a:xfrm>
            <a:off x="467544" y="5589240"/>
            <a:ext cx="360040" cy="1008112"/>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Elipse"/>
          <p:cNvSpPr/>
          <p:nvPr/>
        </p:nvSpPr>
        <p:spPr>
          <a:xfrm>
            <a:off x="395536" y="5229200"/>
            <a:ext cx="216024" cy="216024"/>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8" name="17 Conector recto"/>
          <p:cNvCxnSpPr>
            <a:stCxn id="16" idx="6"/>
          </p:cNvCxnSpPr>
          <p:nvPr/>
        </p:nvCxnSpPr>
        <p:spPr>
          <a:xfrm>
            <a:off x="611560" y="5337212"/>
            <a:ext cx="4320480" cy="828092"/>
          </a:xfrm>
          <a:prstGeom prst="line">
            <a:avLst/>
          </a:prstGeom>
          <a:ln w="19050">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20" name="19 Conector recto"/>
          <p:cNvCxnSpPr>
            <a:stCxn id="15" idx="5"/>
          </p:cNvCxnSpPr>
          <p:nvPr/>
        </p:nvCxnSpPr>
        <p:spPr>
          <a:xfrm flipV="1">
            <a:off x="774857" y="6165304"/>
            <a:ext cx="4157183" cy="284414"/>
          </a:xfrm>
          <a:prstGeom prst="line">
            <a:avLst/>
          </a:prstGeom>
          <a:ln w="19050">
            <a:solidFill>
              <a:srgbClr val="FF0066"/>
            </a:solidFill>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4932040" y="6021288"/>
            <a:ext cx="3816424" cy="646331"/>
          </a:xfrm>
          <a:prstGeom prst="rect">
            <a:avLst/>
          </a:prstGeom>
          <a:solidFill>
            <a:schemeClr val="bg1"/>
          </a:solidFill>
          <a:ln w="28575">
            <a:solidFill>
              <a:srgbClr val="FF0066"/>
            </a:solidFill>
          </a:ln>
        </p:spPr>
        <p:txBody>
          <a:bodyPr wrap="square" rtlCol="0">
            <a:spAutoFit/>
          </a:bodyPr>
          <a:lstStyle/>
          <a:p>
            <a:r>
              <a:rPr lang="es-ES" dirty="0" smtClean="0"/>
              <a:t>Seleccionar y notificar grupo para que el responsable (proveedor) acepte</a:t>
            </a:r>
            <a:endParaRPr lang="es-E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9248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9. LECCIONES APRENDIDAS</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67544" y="1340768"/>
            <a:ext cx="8229600" cy="5145435"/>
          </a:xfrm>
        </p:spPr>
        <p:txBody>
          <a:bodyPr/>
          <a:lstStyle/>
          <a:p>
            <a:r>
              <a:rPr lang="es-ES" sz="1400" dirty="0" smtClean="0"/>
              <a:t>Una vez se ha cerrado la No Conformidad en la parte superior de la pantalla aparecerá el símbolo de </a:t>
            </a:r>
            <a:r>
              <a:rPr lang="es-ES" sz="1400" dirty="0" err="1" smtClean="0"/>
              <a:t>lessons</a:t>
            </a:r>
            <a:r>
              <a:rPr lang="es-ES" sz="1400" dirty="0" smtClean="0"/>
              <a:t> </a:t>
            </a:r>
            <a:r>
              <a:rPr lang="es-ES" sz="1400" dirty="0" err="1" smtClean="0"/>
              <a:t>learned</a:t>
            </a:r>
            <a:r>
              <a:rPr lang="es-ES" sz="1400" dirty="0" smtClean="0"/>
              <a:t>.</a:t>
            </a:r>
            <a:r>
              <a:rPr lang="es-ES" sz="1400" dirty="0"/>
              <a:t> </a:t>
            </a:r>
            <a:r>
              <a:rPr lang="es-ES" sz="1400" dirty="0" smtClean="0"/>
              <a:t>Clicando en el se </a:t>
            </a:r>
            <a:r>
              <a:rPr lang="es-ES" sz="1400" dirty="0" err="1" smtClean="0"/>
              <a:t>redirecciona</a:t>
            </a:r>
            <a:r>
              <a:rPr lang="es-ES" sz="1400" dirty="0" smtClean="0"/>
              <a:t> al usuario a la aplicación de </a:t>
            </a:r>
            <a:r>
              <a:rPr lang="es-ES" sz="1400" dirty="0" err="1" smtClean="0"/>
              <a:t>lessons</a:t>
            </a:r>
            <a:r>
              <a:rPr lang="es-ES" sz="1400" dirty="0" smtClean="0"/>
              <a:t> </a:t>
            </a:r>
            <a:r>
              <a:rPr lang="es-ES" sz="1400" dirty="0" err="1" smtClean="0"/>
              <a:t>learned</a:t>
            </a:r>
            <a:r>
              <a:rPr lang="es-ES" sz="1400" dirty="0" smtClean="0"/>
              <a:t> transfiriendo automáticamente parte de los datos de la No Conformidad y pidiendo al usuario los datos restantes para completarla. La </a:t>
            </a:r>
            <a:r>
              <a:rPr lang="es-ES" sz="1400" dirty="0" err="1" smtClean="0"/>
              <a:t>lessons</a:t>
            </a:r>
            <a:r>
              <a:rPr lang="es-ES" sz="1400" dirty="0" smtClean="0"/>
              <a:t> </a:t>
            </a:r>
            <a:r>
              <a:rPr lang="es-ES" sz="1400" dirty="0" err="1" smtClean="0"/>
              <a:t>learned</a:t>
            </a:r>
            <a:r>
              <a:rPr lang="es-ES" sz="1400" dirty="0" smtClean="0"/>
              <a:t> solo podrán crearla el perseguidor y creador.</a:t>
            </a:r>
          </a:p>
        </p:txBody>
      </p:sp>
      <p:pic>
        <p:nvPicPr>
          <p:cNvPr id="1026" name="Picture 2"/>
          <p:cNvPicPr>
            <a:picLocks noChangeAspect="1" noChangeArrowheads="1"/>
          </p:cNvPicPr>
          <p:nvPr/>
        </p:nvPicPr>
        <p:blipFill>
          <a:blip r:embed="rId2" cstate="print"/>
          <a:srcRect/>
          <a:stretch>
            <a:fillRect/>
          </a:stretch>
        </p:blipFill>
        <p:spPr bwMode="auto">
          <a:xfrm>
            <a:off x="827584" y="2348880"/>
            <a:ext cx="7690959" cy="4153400"/>
          </a:xfrm>
          <a:prstGeom prst="rect">
            <a:avLst/>
          </a:prstGeom>
          <a:noFill/>
          <a:ln w="9525">
            <a:noFill/>
            <a:miter lim="800000"/>
            <a:headEnd/>
            <a:tailEnd/>
          </a:ln>
        </p:spPr>
      </p:pic>
      <p:sp>
        <p:nvSpPr>
          <p:cNvPr id="6" name="5 Elipse"/>
          <p:cNvSpPr/>
          <p:nvPr/>
        </p:nvSpPr>
        <p:spPr>
          <a:xfrm>
            <a:off x="1187624" y="2780928"/>
            <a:ext cx="288032"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9.1 </a:t>
            </a:r>
            <a:r>
              <a:rPr lang="es-ES" b="1" dirty="0" smtClean="0"/>
              <a:t>Crear Lección Aprendida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9.1 </a:t>
            </a:r>
            <a:r>
              <a:rPr lang="es-ES" b="1" dirty="0" smtClean="0"/>
              <a:t>Crear Lección Aprendida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2051720" y="1700808"/>
            <a:ext cx="4905375" cy="2886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9248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10. SEGUIMIENTO RECLAMACIONES</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10.1 </a:t>
            </a:r>
            <a:r>
              <a:rPr lang="es-ES" b="1" dirty="0" smtClean="0"/>
              <a:t>Informes de seguimiento reclamaciones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p:cNvPicPr>
            <a:picLocks noChangeAspect="1" noChangeArrowheads="1"/>
          </p:cNvPicPr>
          <p:nvPr/>
        </p:nvPicPr>
        <p:blipFill>
          <a:blip r:embed="rId2" cstate="print"/>
          <a:srcRect/>
          <a:stretch>
            <a:fillRect/>
          </a:stretch>
        </p:blipFill>
        <p:spPr bwMode="auto">
          <a:xfrm>
            <a:off x="395536" y="1268760"/>
            <a:ext cx="5410200" cy="2933700"/>
          </a:xfrm>
          <a:prstGeom prst="rect">
            <a:avLst/>
          </a:prstGeom>
          <a:noFill/>
          <a:ln w="9525">
            <a:noFill/>
            <a:miter lim="800000"/>
            <a:headEnd/>
            <a:tailEnd/>
          </a:ln>
        </p:spPr>
      </p:pic>
      <p:sp>
        <p:nvSpPr>
          <p:cNvPr id="4" name="3 Elipse"/>
          <p:cNvSpPr/>
          <p:nvPr/>
        </p:nvSpPr>
        <p:spPr>
          <a:xfrm>
            <a:off x="827584" y="2276872"/>
            <a:ext cx="360040" cy="432048"/>
          </a:xfrm>
          <a:prstGeom prst="ellipse">
            <a:avLst/>
          </a:prstGeom>
          <a:no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4 CuadroTexto"/>
          <p:cNvSpPr txBox="1"/>
          <p:nvPr/>
        </p:nvSpPr>
        <p:spPr>
          <a:xfrm>
            <a:off x="2339752" y="4581128"/>
            <a:ext cx="4824536" cy="1200329"/>
          </a:xfrm>
          <a:prstGeom prst="rect">
            <a:avLst/>
          </a:prstGeom>
          <a:noFill/>
          <a:ln w="19050">
            <a:solidFill>
              <a:srgbClr val="FF0066"/>
            </a:solidFill>
          </a:ln>
        </p:spPr>
        <p:txBody>
          <a:bodyPr wrap="square" rtlCol="0">
            <a:spAutoFit/>
          </a:bodyPr>
          <a:lstStyle/>
          <a:p>
            <a:r>
              <a:rPr lang="es-ES" dirty="0" smtClean="0"/>
              <a:t>Para imprimir los informes de seguimiento de las NC, pulsar en este icono. Se abrirá un Excel con toda la información del estado de la diferentes etapas.</a:t>
            </a:r>
            <a:endParaRPr lang="es-ES" dirty="0"/>
          </a:p>
        </p:txBody>
      </p:sp>
      <p:cxnSp>
        <p:nvCxnSpPr>
          <p:cNvPr id="7" name="6 Conector recto de flecha"/>
          <p:cNvCxnSpPr>
            <a:endCxn id="4" idx="6"/>
          </p:cNvCxnSpPr>
          <p:nvPr/>
        </p:nvCxnSpPr>
        <p:spPr>
          <a:xfrm flipH="1" flipV="1">
            <a:off x="1187624" y="2492896"/>
            <a:ext cx="1944216" cy="2088232"/>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t="7143"/>
          <a:stretch>
            <a:fillRect/>
          </a:stretch>
        </p:blipFill>
        <p:spPr bwMode="auto">
          <a:xfrm>
            <a:off x="467544" y="1556792"/>
            <a:ext cx="7480720" cy="1872035"/>
          </a:xfrm>
          <a:prstGeom prst="rect">
            <a:avLst/>
          </a:prstGeom>
          <a:noFill/>
          <a:ln w="9525">
            <a:noFill/>
            <a:miter lim="800000"/>
            <a:headEnd/>
            <a:tailEnd/>
          </a:ln>
        </p:spPr>
      </p:pic>
      <p:sp>
        <p:nvSpPr>
          <p:cNvPr id="3"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10.1 </a:t>
            </a:r>
            <a:r>
              <a:rPr lang="es-ES" b="1" dirty="0" smtClean="0"/>
              <a:t>Informes de seguimiento reclamaciones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4" name="3 CuadroTexto"/>
          <p:cNvSpPr txBox="1"/>
          <p:nvPr/>
        </p:nvSpPr>
        <p:spPr>
          <a:xfrm>
            <a:off x="323528" y="1268760"/>
            <a:ext cx="2304256" cy="307777"/>
          </a:xfrm>
          <a:prstGeom prst="rect">
            <a:avLst/>
          </a:prstGeom>
          <a:noFill/>
        </p:spPr>
        <p:txBody>
          <a:bodyPr wrap="square" rtlCol="0">
            <a:spAutoFit/>
          </a:bodyPr>
          <a:lstStyle/>
          <a:p>
            <a:r>
              <a:rPr lang="es-ES" sz="1400" dirty="0" smtClean="0"/>
              <a:t>Formato del informe:</a:t>
            </a:r>
            <a:endParaRPr lang="es-ES" sz="1400" dirty="0"/>
          </a:p>
        </p:txBody>
      </p:sp>
      <p:sp>
        <p:nvSpPr>
          <p:cNvPr id="5" name="4 CuadroTexto"/>
          <p:cNvSpPr txBox="1"/>
          <p:nvPr/>
        </p:nvSpPr>
        <p:spPr>
          <a:xfrm>
            <a:off x="395536" y="3573016"/>
            <a:ext cx="2304256" cy="307777"/>
          </a:xfrm>
          <a:prstGeom prst="rect">
            <a:avLst/>
          </a:prstGeom>
          <a:noFill/>
        </p:spPr>
        <p:txBody>
          <a:bodyPr wrap="square" rtlCol="0">
            <a:spAutoFit/>
          </a:bodyPr>
          <a:lstStyle/>
          <a:p>
            <a:r>
              <a:rPr lang="es-ES" sz="1400" dirty="0" smtClean="0"/>
              <a:t>Significado colores:</a:t>
            </a:r>
            <a:endParaRPr lang="es-ES" sz="1400" dirty="0"/>
          </a:p>
        </p:txBody>
      </p:sp>
      <p:pic>
        <p:nvPicPr>
          <p:cNvPr id="2052" name="Picture 4"/>
          <p:cNvPicPr>
            <a:picLocks noChangeAspect="1" noChangeArrowheads="1"/>
          </p:cNvPicPr>
          <p:nvPr/>
        </p:nvPicPr>
        <p:blipFill>
          <a:blip r:embed="rId3" cstate="print"/>
          <a:srcRect r="4170"/>
          <a:stretch>
            <a:fillRect/>
          </a:stretch>
        </p:blipFill>
        <p:spPr bwMode="auto">
          <a:xfrm>
            <a:off x="3779912" y="4797152"/>
            <a:ext cx="648072" cy="576064"/>
          </a:xfrm>
          <a:prstGeom prst="rect">
            <a:avLst/>
          </a:prstGeom>
          <a:noFill/>
          <a:ln w="9525">
            <a:solidFill>
              <a:schemeClr val="tx1"/>
            </a:solidFill>
            <a:miter lim="800000"/>
            <a:headEnd/>
            <a:tailEnd/>
          </a:ln>
        </p:spPr>
      </p:pic>
      <p:pic>
        <p:nvPicPr>
          <p:cNvPr id="2053" name="Picture 5"/>
          <p:cNvPicPr>
            <a:picLocks noChangeAspect="1" noChangeArrowheads="1"/>
          </p:cNvPicPr>
          <p:nvPr/>
        </p:nvPicPr>
        <p:blipFill>
          <a:blip r:embed="rId4" cstate="print"/>
          <a:srcRect l="10356"/>
          <a:stretch>
            <a:fillRect/>
          </a:stretch>
        </p:blipFill>
        <p:spPr bwMode="auto">
          <a:xfrm>
            <a:off x="467544" y="5661248"/>
            <a:ext cx="648072" cy="695325"/>
          </a:xfrm>
          <a:prstGeom prst="rect">
            <a:avLst/>
          </a:prstGeom>
          <a:noFill/>
          <a:ln w="9525">
            <a:solidFill>
              <a:schemeClr val="tx1"/>
            </a:solidFill>
            <a:miter lim="800000"/>
            <a:headEnd/>
            <a:tailEnd/>
          </a:ln>
        </p:spPr>
      </p:pic>
      <p:pic>
        <p:nvPicPr>
          <p:cNvPr id="2055" name="Picture 7"/>
          <p:cNvPicPr>
            <a:picLocks noChangeAspect="1" noChangeArrowheads="1"/>
          </p:cNvPicPr>
          <p:nvPr/>
        </p:nvPicPr>
        <p:blipFill>
          <a:blip r:embed="rId5" cstate="print"/>
          <a:srcRect/>
          <a:stretch>
            <a:fillRect/>
          </a:stretch>
        </p:blipFill>
        <p:spPr bwMode="auto">
          <a:xfrm>
            <a:off x="467545" y="4797152"/>
            <a:ext cx="648072" cy="638175"/>
          </a:xfrm>
          <a:prstGeom prst="rect">
            <a:avLst/>
          </a:prstGeom>
          <a:noFill/>
          <a:ln w="9525">
            <a:solidFill>
              <a:schemeClr val="tx1"/>
            </a:solidFill>
            <a:miter lim="800000"/>
            <a:headEnd/>
            <a:tailEnd/>
          </a:ln>
        </p:spPr>
      </p:pic>
      <p:sp>
        <p:nvSpPr>
          <p:cNvPr id="12" name="11 CuadroTexto"/>
          <p:cNvSpPr txBox="1"/>
          <p:nvPr/>
        </p:nvSpPr>
        <p:spPr>
          <a:xfrm>
            <a:off x="1187624" y="4149080"/>
            <a:ext cx="1728192" cy="261610"/>
          </a:xfrm>
          <a:prstGeom prst="rect">
            <a:avLst/>
          </a:prstGeom>
          <a:noFill/>
        </p:spPr>
        <p:txBody>
          <a:bodyPr wrap="square" rtlCol="0">
            <a:spAutoFit/>
          </a:bodyPr>
          <a:lstStyle/>
          <a:p>
            <a:r>
              <a:rPr lang="es-ES" sz="1100" dirty="0" smtClean="0"/>
              <a:t>Etapa cerrada en tiempo</a:t>
            </a:r>
            <a:endParaRPr lang="es-ES" sz="1100" dirty="0"/>
          </a:p>
        </p:txBody>
      </p:sp>
      <p:sp>
        <p:nvSpPr>
          <p:cNvPr id="13" name="12 CuadroTexto"/>
          <p:cNvSpPr txBox="1"/>
          <p:nvPr/>
        </p:nvSpPr>
        <p:spPr>
          <a:xfrm>
            <a:off x="1187624" y="5013176"/>
            <a:ext cx="2088232" cy="261610"/>
          </a:xfrm>
          <a:prstGeom prst="rect">
            <a:avLst/>
          </a:prstGeom>
          <a:noFill/>
        </p:spPr>
        <p:txBody>
          <a:bodyPr wrap="square" rtlCol="0">
            <a:spAutoFit/>
          </a:bodyPr>
          <a:lstStyle/>
          <a:p>
            <a:r>
              <a:rPr lang="es-ES" sz="1100" dirty="0" smtClean="0"/>
              <a:t>Etapa cerrada fuera de tiempo</a:t>
            </a:r>
            <a:endParaRPr lang="es-ES" sz="1100" dirty="0"/>
          </a:p>
        </p:txBody>
      </p:sp>
      <p:sp>
        <p:nvSpPr>
          <p:cNvPr id="14" name="13 CuadroTexto"/>
          <p:cNvSpPr txBox="1"/>
          <p:nvPr/>
        </p:nvSpPr>
        <p:spPr>
          <a:xfrm>
            <a:off x="1187624" y="5949280"/>
            <a:ext cx="2304256" cy="261610"/>
          </a:xfrm>
          <a:prstGeom prst="rect">
            <a:avLst/>
          </a:prstGeom>
          <a:noFill/>
        </p:spPr>
        <p:txBody>
          <a:bodyPr wrap="square" rtlCol="0">
            <a:spAutoFit/>
          </a:bodyPr>
          <a:lstStyle/>
          <a:p>
            <a:r>
              <a:rPr lang="es-ES" sz="1100" dirty="0" smtClean="0"/>
              <a:t>Etapa Abierta y en tiempo</a:t>
            </a:r>
            <a:endParaRPr lang="es-ES" sz="1100" dirty="0"/>
          </a:p>
        </p:txBody>
      </p:sp>
      <p:sp>
        <p:nvSpPr>
          <p:cNvPr id="15" name="14 CuadroTexto"/>
          <p:cNvSpPr txBox="1"/>
          <p:nvPr/>
        </p:nvSpPr>
        <p:spPr>
          <a:xfrm>
            <a:off x="4572000" y="4149080"/>
            <a:ext cx="2160240" cy="430887"/>
          </a:xfrm>
          <a:prstGeom prst="rect">
            <a:avLst/>
          </a:prstGeom>
          <a:noFill/>
        </p:spPr>
        <p:txBody>
          <a:bodyPr wrap="square" rtlCol="0">
            <a:spAutoFit/>
          </a:bodyPr>
          <a:lstStyle/>
          <a:p>
            <a:r>
              <a:rPr lang="es-ES" sz="1100" dirty="0" smtClean="0"/>
              <a:t>Etapa rechazada o fuera de tiempo</a:t>
            </a:r>
            <a:endParaRPr lang="es-ES" sz="1100" dirty="0"/>
          </a:p>
        </p:txBody>
      </p:sp>
      <p:sp>
        <p:nvSpPr>
          <p:cNvPr id="16" name="15 CuadroTexto"/>
          <p:cNvSpPr txBox="1"/>
          <p:nvPr/>
        </p:nvSpPr>
        <p:spPr>
          <a:xfrm>
            <a:off x="4572000" y="4941168"/>
            <a:ext cx="2664296" cy="430887"/>
          </a:xfrm>
          <a:prstGeom prst="rect">
            <a:avLst/>
          </a:prstGeom>
          <a:noFill/>
        </p:spPr>
        <p:txBody>
          <a:bodyPr wrap="square" rtlCol="0">
            <a:spAutoFit/>
          </a:bodyPr>
          <a:lstStyle/>
          <a:p>
            <a:r>
              <a:rPr lang="es-ES" sz="1100" dirty="0" smtClean="0"/>
              <a:t>Etapa solicitada a la espera de aprobación y en tiempo</a:t>
            </a:r>
            <a:endParaRPr lang="es-ES" sz="1100" dirty="0"/>
          </a:p>
        </p:txBody>
      </p:sp>
      <p:sp>
        <p:nvSpPr>
          <p:cNvPr id="18" name="17 Rectángulo"/>
          <p:cNvSpPr/>
          <p:nvPr/>
        </p:nvSpPr>
        <p:spPr>
          <a:xfrm>
            <a:off x="467544" y="3933056"/>
            <a:ext cx="648072" cy="64807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18 Rectángulo"/>
          <p:cNvSpPr/>
          <p:nvPr/>
        </p:nvSpPr>
        <p:spPr>
          <a:xfrm>
            <a:off x="3779912" y="3933056"/>
            <a:ext cx="648072" cy="648072"/>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467544" y="1268760"/>
            <a:ext cx="4876800" cy="5200650"/>
          </a:xfrm>
          <a:prstGeom prst="rect">
            <a:avLst/>
          </a:prstGeom>
          <a:noFill/>
          <a:ln w="9525">
            <a:noFill/>
            <a:miter lim="800000"/>
            <a:headEnd/>
            <a:tailEnd/>
          </a:ln>
        </p:spPr>
      </p:pic>
      <p:sp>
        <p:nvSpPr>
          <p:cNvPr id="3"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11.1 </a:t>
            </a:r>
            <a:r>
              <a:rPr lang="es-ES" b="1" dirty="0" smtClean="0"/>
              <a:t>Informes de seguimiento reclamaciones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4" name="3 Elipse"/>
          <p:cNvSpPr/>
          <p:nvPr/>
        </p:nvSpPr>
        <p:spPr>
          <a:xfrm>
            <a:off x="971600" y="1700808"/>
            <a:ext cx="360040"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6" name="5 Conector recto de flecha"/>
          <p:cNvCxnSpPr>
            <a:stCxn id="4" idx="6"/>
          </p:cNvCxnSpPr>
          <p:nvPr/>
        </p:nvCxnSpPr>
        <p:spPr>
          <a:xfrm>
            <a:off x="1331640" y="1844824"/>
            <a:ext cx="1656184" cy="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7" name="6 CuadroTexto"/>
          <p:cNvSpPr txBox="1"/>
          <p:nvPr/>
        </p:nvSpPr>
        <p:spPr>
          <a:xfrm>
            <a:off x="3059832" y="1484784"/>
            <a:ext cx="2520280" cy="1200329"/>
          </a:xfrm>
          <a:prstGeom prst="rect">
            <a:avLst/>
          </a:prstGeom>
          <a:solidFill>
            <a:schemeClr val="bg1"/>
          </a:solidFill>
          <a:ln>
            <a:solidFill>
              <a:srgbClr val="0000FF"/>
            </a:solidFill>
          </a:ln>
        </p:spPr>
        <p:txBody>
          <a:bodyPr wrap="square" rtlCol="0">
            <a:spAutoFit/>
          </a:bodyPr>
          <a:lstStyle/>
          <a:p>
            <a:r>
              <a:rPr lang="es-ES" dirty="0" smtClean="0"/>
              <a:t>Para poder obtener un informe de todas las etapas en formato </a:t>
            </a:r>
            <a:r>
              <a:rPr lang="es-ES" dirty="0" err="1" smtClean="0"/>
              <a:t>pdf</a:t>
            </a:r>
            <a:r>
              <a:rPr lang="es-ES" dirty="0" smtClean="0"/>
              <a:t> o </a:t>
            </a:r>
            <a:r>
              <a:rPr lang="es-ES" dirty="0" err="1" smtClean="0"/>
              <a:t>excel</a:t>
            </a:r>
            <a:r>
              <a:rPr lang="es-ES" dirty="0" smtClean="0"/>
              <a:t> clicar aquí</a:t>
            </a:r>
            <a:endParaRPr lang="es-E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t="1337"/>
          <a:stretch>
            <a:fillRect/>
          </a:stretch>
        </p:blipFill>
        <p:spPr bwMode="auto">
          <a:xfrm>
            <a:off x="467544" y="1340768"/>
            <a:ext cx="8135863" cy="5004913"/>
          </a:xfrm>
          <a:prstGeom prst="rect">
            <a:avLst/>
          </a:prstGeom>
          <a:noFill/>
          <a:ln w="9525">
            <a:noFill/>
            <a:miter lim="800000"/>
            <a:headEnd/>
            <a:tailEnd/>
          </a:ln>
        </p:spPr>
      </p:pic>
      <p:sp>
        <p:nvSpPr>
          <p:cNvPr id="3"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11.1 </a:t>
            </a:r>
            <a:r>
              <a:rPr lang="es-ES" b="1" dirty="0" smtClean="0"/>
              <a:t>Informes de seguimiento reclamaciones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4" name="3 CuadroTexto"/>
          <p:cNvSpPr txBox="1"/>
          <p:nvPr/>
        </p:nvSpPr>
        <p:spPr>
          <a:xfrm>
            <a:off x="3491880" y="4869160"/>
            <a:ext cx="2088232" cy="369332"/>
          </a:xfrm>
          <a:prstGeom prst="rect">
            <a:avLst/>
          </a:prstGeom>
          <a:noFill/>
          <a:ln>
            <a:solidFill>
              <a:srgbClr val="0000FF"/>
            </a:solidFill>
          </a:ln>
        </p:spPr>
        <p:txBody>
          <a:bodyPr wrap="square" rtlCol="0">
            <a:spAutoFit/>
          </a:bodyPr>
          <a:lstStyle/>
          <a:p>
            <a:r>
              <a:rPr lang="es-ES" dirty="0" smtClean="0"/>
              <a:t>Formato informe 8D</a:t>
            </a:r>
            <a:endParaRPr lang="es-E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251519" y="1124744"/>
            <a:ext cx="8640961" cy="5395282"/>
          </a:xfrm>
          <a:prstGeom prst="rect">
            <a:avLst/>
          </a:prstGeom>
          <a:noFill/>
          <a:ln w="9525">
            <a:noFill/>
            <a:miter lim="800000"/>
            <a:headEnd/>
            <a:tailEnd/>
          </a:ln>
        </p:spPr>
      </p:pic>
      <p:sp>
        <p:nvSpPr>
          <p:cNvPr id="4" name="3 Elipse"/>
          <p:cNvSpPr/>
          <p:nvPr/>
        </p:nvSpPr>
        <p:spPr>
          <a:xfrm>
            <a:off x="5508104" y="1988840"/>
            <a:ext cx="1512168" cy="93610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67544" y="1556792"/>
            <a:ext cx="8229600" cy="4525963"/>
          </a:xfrm>
        </p:spPr>
        <p:txBody>
          <a:bodyPr/>
          <a:lstStyle/>
          <a:p>
            <a:pPr marL="457200" indent="-457200">
              <a:buFont typeface="+mj-lt"/>
              <a:buAutoNum type="arabicPeriod"/>
            </a:pPr>
            <a:r>
              <a:rPr lang="es-ES" sz="2400" dirty="0" smtClean="0">
                <a:hlinkClick r:id="rId3" action="ppaction://hlinksldjump"/>
              </a:rPr>
              <a:t>General </a:t>
            </a:r>
            <a:r>
              <a:rPr lang="es-ES" sz="2400" dirty="0" err="1" smtClean="0">
                <a:hlinkClick r:id="rId3" action="ppaction://hlinksldjump"/>
              </a:rPr>
              <a:t>Concepts</a:t>
            </a:r>
            <a:endParaRPr lang="es-ES" sz="2400" dirty="0" smtClean="0"/>
          </a:p>
          <a:p>
            <a:pPr marL="457200" indent="-457200">
              <a:buFont typeface="+mj-lt"/>
              <a:buAutoNum type="arabicPeriod"/>
            </a:pPr>
            <a:r>
              <a:rPr lang="es-ES" sz="2400" dirty="0" err="1" smtClean="0">
                <a:hlinkClick r:id="rId4" action="ppaction://hlinksldjump"/>
              </a:rPr>
              <a:t>Flow</a:t>
            </a:r>
            <a:r>
              <a:rPr lang="es-ES" sz="2400" dirty="0" smtClean="0">
                <a:hlinkClick r:id="rId4" action="ppaction://hlinksldjump"/>
              </a:rPr>
              <a:t> Chart</a:t>
            </a:r>
            <a:endParaRPr lang="es-ES" sz="2400" dirty="0" smtClean="0"/>
          </a:p>
          <a:p>
            <a:pPr marL="457200" indent="-457200">
              <a:buFont typeface="+mj-lt"/>
              <a:buAutoNum type="arabicPeriod"/>
            </a:pPr>
            <a:r>
              <a:rPr lang="es-ES" sz="2400" dirty="0" err="1" smtClean="0">
                <a:hlinkClick r:id="rId5" action="ppaction://hlinksldjump"/>
              </a:rPr>
              <a:t>Phase</a:t>
            </a:r>
            <a:r>
              <a:rPr lang="es-ES" sz="2400" dirty="0" smtClean="0">
                <a:hlinkClick r:id="rId5" action="ppaction://hlinksldjump"/>
              </a:rPr>
              <a:t> 1: </a:t>
            </a:r>
            <a:r>
              <a:rPr lang="es-ES" sz="2400" dirty="0" err="1" smtClean="0">
                <a:hlinkClick r:id="rId5" action="ppaction://hlinksldjump"/>
              </a:rPr>
              <a:t>Create</a:t>
            </a:r>
            <a:r>
              <a:rPr lang="es-ES" sz="2400" dirty="0" smtClean="0">
                <a:hlinkClick r:id="rId5" action="ppaction://hlinksldjump"/>
              </a:rPr>
              <a:t> a NC </a:t>
            </a:r>
            <a:endParaRPr lang="es-ES" sz="2400" dirty="0" smtClean="0"/>
          </a:p>
          <a:p>
            <a:pPr marL="457200" indent="-457200">
              <a:buFont typeface="+mj-lt"/>
              <a:buAutoNum type="arabicPeriod"/>
            </a:pPr>
            <a:r>
              <a:rPr lang="es-ES" sz="2400" dirty="0" err="1" smtClean="0">
                <a:hlinkClick r:id="rId6" action="ppaction://hlinksldjump"/>
              </a:rPr>
              <a:t>Phase</a:t>
            </a:r>
            <a:r>
              <a:rPr lang="es-ES" sz="2400" dirty="0" smtClean="0">
                <a:hlinkClick r:id="rId6" action="ppaction://hlinksldjump"/>
              </a:rPr>
              <a:t> 2-4: </a:t>
            </a:r>
            <a:r>
              <a:rPr lang="es-ES" sz="2400" dirty="0" err="1" smtClean="0">
                <a:hlinkClick r:id="rId6" action="ppaction://hlinksldjump"/>
              </a:rPr>
              <a:t>First</a:t>
            </a:r>
            <a:r>
              <a:rPr lang="es-ES" sz="2400" dirty="0" smtClean="0">
                <a:hlinkClick r:id="rId6" action="ppaction://hlinksldjump"/>
              </a:rPr>
              <a:t> </a:t>
            </a:r>
            <a:r>
              <a:rPr lang="es-ES" sz="2400" dirty="0" err="1" smtClean="0">
                <a:hlinkClick r:id="rId6" action="ppaction://hlinksldjump"/>
              </a:rPr>
              <a:t>Analysis</a:t>
            </a:r>
            <a:r>
              <a:rPr lang="es-ES" sz="2400" dirty="0" smtClean="0">
                <a:hlinkClick r:id="rId6" action="ppaction://hlinksldjump"/>
              </a:rPr>
              <a:t> of </a:t>
            </a:r>
            <a:r>
              <a:rPr lang="es-ES" sz="2400" dirty="0" err="1" smtClean="0">
                <a:hlinkClick r:id="rId6" action="ppaction://hlinksldjump"/>
              </a:rPr>
              <a:t>the</a:t>
            </a:r>
            <a:r>
              <a:rPr lang="es-ES" sz="2400" dirty="0" smtClean="0">
                <a:hlinkClick r:id="rId6" action="ppaction://hlinksldjump"/>
              </a:rPr>
              <a:t> </a:t>
            </a:r>
            <a:r>
              <a:rPr lang="es-ES" sz="2400" dirty="0" err="1" smtClean="0">
                <a:hlinkClick r:id="rId6" action="ppaction://hlinksldjump"/>
              </a:rPr>
              <a:t>Problem</a:t>
            </a:r>
            <a:endParaRPr lang="es-ES" sz="2400" dirty="0" smtClean="0"/>
          </a:p>
          <a:p>
            <a:pPr marL="457200" indent="-457200">
              <a:buFont typeface="+mj-lt"/>
              <a:buAutoNum type="arabicPeriod"/>
            </a:pPr>
            <a:r>
              <a:rPr lang="es-ES" sz="2400" dirty="0" err="1" smtClean="0">
                <a:hlinkClick r:id="rId7" action="ppaction://hlinksldjump"/>
              </a:rPr>
              <a:t>Phase</a:t>
            </a:r>
            <a:r>
              <a:rPr lang="es-ES" sz="2400" dirty="0" smtClean="0">
                <a:hlinkClick r:id="rId7" action="ppaction://hlinksldjump"/>
              </a:rPr>
              <a:t> 5-6: Final </a:t>
            </a:r>
            <a:r>
              <a:rPr lang="es-ES" sz="2400" dirty="0" err="1" smtClean="0">
                <a:hlinkClick r:id="rId7" action="ppaction://hlinksldjump"/>
              </a:rPr>
              <a:t>Analysis</a:t>
            </a:r>
            <a:endParaRPr lang="es-ES" sz="2400" dirty="0" smtClean="0"/>
          </a:p>
          <a:p>
            <a:pPr marL="457200" indent="-457200">
              <a:buFont typeface="+mj-lt"/>
              <a:buAutoNum type="arabicPeriod"/>
            </a:pPr>
            <a:r>
              <a:rPr lang="es-ES" sz="2400" dirty="0" err="1" smtClean="0">
                <a:hlinkClick r:id="rId8" action="ppaction://hlinksldjump"/>
              </a:rPr>
              <a:t>Phase</a:t>
            </a:r>
            <a:r>
              <a:rPr lang="es-ES" sz="2400" dirty="0" smtClean="0">
                <a:hlinkClick r:id="rId8" action="ppaction://hlinksldjump"/>
              </a:rPr>
              <a:t> 7-8: </a:t>
            </a:r>
            <a:r>
              <a:rPr lang="es-ES" sz="2400" dirty="0" err="1" smtClean="0">
                <a:hlinkClick r:id="rId8" action="ppaction://hlinksldjump"/>
              </a:rPr>
              <a:t>Monitoring</a:t>
            </a:r>
            <a:r>
              <a:rPr lang="es-ES" sz="2400" dirty="0" smtClean="0">
                <a:hlinkClick r:id="rId8" action="ppaction://hlinksldjump"/>
              </a:rPr>
              <a:t> of </a:t>
            </a:r>
            <a:r>
              <a:rPr lang="es-ES" sz="2400" dirty="0" err="1" smtClean="0">
                <a:hlinkClick r:id="rId8" action="ppaction://hlinksldjump"/>
              </a:rPr>
              <a:t>the</a:t>
            </a:r>
            <a:r>
              <a:rPr lang="es-ES" sz="2400" dirty="0" smtClean="0">
                <a:hlinkClick r:id="rId8" action="ppaction://hlinksldjump"/>
              </a:rPr>
              <a:t> NC</a:t>
            </a:r>
            <a:endParaRPr lang="es-ES" sz="2400" dirty="0" smtClean="0"/>
          </a:p>
          <a:p>
            <a:pPr marL="457200" indent="-457200">
              <a:buFont typeface="+mj-lt"/>
              <a:buAutoNum type="arabicPeriod"/>
            </a:pPr>
            <a:r>
              <a:rPr lang="es-ES" sz="2400" dirty="0" err="1" smtClean="0">
                <a:hlinkClick r:id="rId9" action="ppaction://hlinksldjump"/>
              </a:rPr>
              <a:t>Attachments</a:t>
            </a:r>
            <a:endParaRPr lang="es-ES" sz="2400" dirty="0" smtClean="0"/>
          </a:p>
          <a:p>
            <a:pPr marL="457200" indent="-457200">
              <a:buFont typeface="+mj-lt"/>
              <a:buAutoNum type="arabicPeriod"/>
            </a:pPr>
            <a:r>
              <a:rPr lang="es-ES" sz="2400" dirty="0" err="1" smtClean="0">
                <a:hlinkClick r:id="rId10" action="ppaction://hlinksldjump"/>
              </a:rPr>
              <a:t>Cost</a:t>
            </a:r>
            <a:r>
              <a:rPr lang="es-ES" sz="2400" dirty="0" smtClean="0">
                <a:hlinkClick r:id="rId10" action="ppaction://hlinksldjump"/>
              </a:rPr>
              <a:t> </a:t>
            </a:r>
            <a:r>
              <a:rPr lang="es-ES" sz="2400" dirty="0" err="1" smtClean="0">
                <a:hlinkClick r:id="rId10" action="ppaction://hlinksldjump"/>
              </a:rPr>
              <a:t>Lines</a:t>
            </a:r>
            <a:endParaRPr lang="es-ES" sz="2400" dirty="0" smtClean="0"/>
          </a:p>
          <a:p>
            <a:pPr marL="457200" indent="-457200">
              <a:buFont typeface="+mj-lt"/>
              <a:buAutoNum type="arabicPeriod"/>
            </a:pPr>
            <a:r>
              <a:rPr lang="es-ES" sz="2400" dirty="0" err="1" smtClean="0">
                <a:hlinkClick r:id="rId11" action="ppaction://hlinksldjump"/>
              </a:rPr>
              <a:t>Lessons</a:t>
            </a:r>
            <a:r>
              <a:rPr lang="es-ES" sz="2400" dirty="0" smtClean="0">
                <a:hlinkClick r:id="rId11" action="ppaction://hlinksldjump"/>
              </a:rPr>
              <a:t> </a:t>
            </a:r>
            <a:r>
              <a:rPr lang="es-ES" sz="2400" dirty="0" err="1" smtClean="0">
                <a:hlinkClick r:id="rId11" action="ppaction://hlinksldjump"/>
              </a:rPr>
              <a:t>Learned</a:t>
            </a:r>
            <a:endParaRPr lang="es-ES" sz="2400" dirty="0" smtClean="0"/>
          </a:p>
          <a:p>
            <a:pPr marL="457200" indent="-457200">
              <a:buFont typeface="+mj-lt"/>
              <a:buAutoNum type="arabicPeriod"/>
            </a:pPr>
            <a:r>
              <a:rPr lang="es-ES" sz="2400" dirty="0" err="1" smtClean="0">
                <a:hlinkClick r:id="rId12" action="ppaction://hlinksldjump"/>
              </a:rPr>
              <a:t>Follow</a:t>
            </a:r>
            <a:r>
              <a:rPr lang="es-ES" sz="2400" dirty="0" smtClean="0">
                <a:hlinkClick r:id="rId12" action="ppaction://hlinksldjump"/>
              </a:rPr>
              <a:t> up of </a:t>
            </a:r>
            <a:r>
              <a:rPr lang="es-ES" sz="2400" dirty="0" err="1" smtClean="0">
                <a:hlinkClick r:id="rId12" action="ppaction://hlinksldjump"/>
              </a:rPr>
              <a:t>the</a:t>
            </a:r>
            <a:r>
              <a:rPr lang="es-ES" sz="2400" dirty="0" smtClean="0">
                <a:hlinkClick r:id="rId12" action="ppaction://hlinksldjump"/>
              </a:rPr>
              <a:t> </a:t>
            </a:r>
            <a:r>
              <a:rPr lang="es-ES" sz="2400" dirty="0" err="1" smtClean="0">
                <a:hlinkClick r:id="rId12" action="ppaction://hlinksldjump"/>
              </a:rPr>
              <a:t>NC</a:t>
            </a:r>
            <a:r>
              <a:rPr lang="es-ES" sz="2400" dirty="0" err="1" smtClean="0">
                <a:solidFill>
                  <a:srgbClr val="0000FF"/>
                </a:solidFill>
              </a:rPr>
              <a:t>s</a:t>
            </a:r>
            <a:endParaRPr lang="es-ES" sz="2400" dirty="0" smtClean="0">
              <a:solidFill>
                <a:srgbClr val="0000FF"/>
              </a:solidFill>
            </a:endParaRPr>
          </a:p>
          <a:p>
            <a:pPr marL="457200" indent="-457200">
              <a:buFont typeface="+mj-lt"/>
              <a:buAutoNum type="arabicPeriod"/>
            </a:pPr>
            <a:r>
              <a:rPr lang="es-ES" sz="2400" dirty="0" smtClean="0">
                <a:hlinkClick r:id="rId13" action="ppaction://hlinksldjump"/>
              </a:rPr>
              <a:t>8D </a:t>
            </a:r>
            <a:r>
              <a:rPr lang="es-ES" sz="2400" dirty="0" err="1" smtClean="0">
                <a:hlinkClick r:id="rId13" action="ppaction://hlinksldjump"/>
              </a:rPr>
              <a:t>Follow</a:t>
            </a:r>
            <a:r>
              <a:rPr lang="es-ES" sz="2400" dirty="0" smtClean="0">
                <a:hlinkClick r:id="rId13" action="ppaction://hlinksldjump"/>
              </a:rPr>
              <a:t> up </a:t>
            </a:r>
            <a:r>
              <a:rPr lang="es-ES" sz="2400" dirty="0" err="1" smtClean="0">
                <a:hlinkClick r:id="rId13" action="ppaction://hlinksldjump"/>
              </a:rPr>
              <a:t>report</a:t>
            </a:r>
            <a:endParaRPr lang="es-ES" sz="2400" dirty="0" smtClean="0"/>
          </a:p>
        </p:txBody>
      </p:sp>
      <p:sp>
        <p:nvSpPr>
          <p:cNvPr id="2" name="1 Título"/>
          <p:cNvSpPr>
            <a:spLocks noGrp="1"/>
          </p:cNvSpPr>
          <p:nvPr>
            <p:ph type="title" idx="4294967295"/>
          </p:nvPr>
        </p:nvSpPr>
        <p:spPr>
          <a:xfrm>
            <a:off x="323528" y="836712"/>
            <a:ext cx="8229600" cy="580926"/>
          </a:xfrm>
          <a:prstGeom prst="rect">
            <a:avLst/>
          </a:prstGeom>
        </p:spPr>
        <p:txBody>
          <a:bodyPr/>
          <a:lstStyle/>
          <a:p>
            <a:r>
              <a:rPr lang="es-ES" sz="4000" u="sng" dirty="0" smtClean="0"/>
              <a:t>INDEX</a:t>
            </a:r>
            <a:endParaRPr lang="es-ES" sz="4000" u="sng"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0" y="2996952"/>
            <a:ext cx="8892480" cy="532656"/>
          </a:xfrm>
        </p:spPr>
        <p:txBody>
          <a:bodyPr/>
          <a:lstStyle/>
          <a:p>
            <a:pPr algn="ctr">
              <a:buNone/>
            </a:pPr>
            <a:r>
              <a:rPr lang="es-ES" dirty="0" smtClean="0"/>
              <a:t>1. GENERAL CONCEPTS</a:t>
            </a:r>
            <a:endParaRPr lang="es-E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57200" y="1196752"/>
            <a:ext cx="8229600" cy="4929411"/>
          </a:xfrm>
        </p:spPr>
        <p:txBody>
          <a:bodyPr/>
          <a:lstStyle/>
          <a:p>
            <a:pPr>
              <a:lnSpc>
                <a:spcPct val="150000"/>
              </a:lnSpc>
            </a:pPr>
            <a:r>
              <a:rPr lang="en-US" sz="1800" dirty="0" smtClean="0"/>
              <a:t>In </a:t>
            </a:r>
            <a:r>
              <a:rPr lang="en-US" sz="1800" dirty="0" err="1" smtClean="0"/>
              <a:t>Gertakariak</a:t>
            </a:r>
            <a:r>
              <a:rPr lang="en-US" sz="1800" dirty="0" smtClean="0"/>
              <a:t>, there are two different permissions:</a:t>
            </a:r>
          </a:p>
          <a:p>
            <a:pPr marL="800100" lvl="1" indent="-342900">
              <a:lnSpc>
                <a:spcPct val="150000"/>
              </a:lnSpc>
              <a:buFont typeface="+mj-lt"/>
              <a:buAutoNum type="alphaLcParenR"/>
            </a:pPr>
            <a:r>
              <a:rPr lang="en-US" sz="1800" b="1" dirty="0" smtClean="0"/>
              <a:t>Administrator:</a:t>
            </a:r>
            <a:r>
              <a:rPr lang="en-US" sz="1800" dirty="0" smtClean="0"/>
              <a:t> They can perform the 3 different roles and manage users. They see all the NCs. </a:t>
            </a:r>
          </a:p>
          <a:p>
            <a:pPr marL="800100" lvl="1" indent="-342900">
              <a:lnSpc>
                <a:spcPct val="150000"/>
              </a:lnSpc>
              <a:buFont typeface="+mj-lt"/>
              <a:buAutoNum type="alphaLcParenR"/>
            </a:pPr>
            <a:r>
              <a:rPr lang="en-US" sz="1800" b="1" dirty="0" smtClean="0"/>
              <a:t>Users:</a:t>
            </a:r>
            <a:r>
              <a:rPr lang="en-US" sz="1800" dirty="0" smtClean="0"/>
              <a:t> They can perform the 3 different roles but cannot manage users. They only see the NCs in which have been assigned. </a:t>
            </a:r>
          </a:p>
          <a:p>
            <a:pPr>
              <a:lnSpc>
                <a:spcPct val="150000"/>
              </a:lnSpc>
            </a:pPr>
            <a:r>
              <a:rPr lang="en-US" sz="1800" b="1" dirty="0" smtClean="0"/>
              <a:t>Every person/supplier </a:t>
            </a:r>
            <a:r>
              <a:rPr lang="en-US" sz="1800" dirty="0" smtClean="0"/>
              <a:t>who is in the system can be responsible of a NC, even though she/he is neither defined as administrator nor user, in the app.  </a:t>
            </a:r>
          </a:p>
          <a:p>
            <a:pPr marL="800100" lvl="1" indent="-342900">
              <a:lnSpc>
                <a:spcPct val="200000"/>
              </a:lnSpc>
              <a:buFont typeface="+mj-lt"/>
              <a:buAutoNum type="alphaLcParenR"/>
            </a:pPr>
            <a:endParaRPr lang="en-US" sz="1800" dirty="0" smtClean="0"/>
          </a:p>
          <a:p>
            <a:pPr>
              <a:buNone/>
            </a:pPr>
            <a:endParaRPr lang="en-US" dirty="0"/>
          </a:p>
        </p:txBody>
      </p:sp>
      <p:sp>
        <p:nvSpPr>
          <p:cNvPr id="4" name="1 Título"/>
          <p:cNvSpPr>
            <a:spLocks noGrp="1"/>
          </p:cNvSpPr>
          <p:nvPr>
            <p:ph type="title" idx="4294967295"/>
          </p:nvPr>
        </p:nvSpPr>
        <p:spPr>
          <a:xfrm>
            <a:off x="323528" y="836712"/>
            <a:ext cx="8229600" cy="360040"/>
          </a:xfrm>
          <a:prstGeom prst="rect">
            <a:avLst/>
          </a:prstGeom>
        </p:spPr>
        <p:txBody>
          <a:bodyPr/>
          <a:lstStyle/>
          <a:p>
            <a:pPr algn="l"/>
            <a:r>
              <a:rPr lang="en-US" sz="1800" b="1" dirty="0" smtClean="0"/>
              <a:t>1.1 Permissions </a:t>
            </a:r>
            <a:r>
              <a:rPr lang="en-US" sz="1400" b="1" dirty="0" smtClean="0"/>
              <a:t>(Register a person depending on the role he/she is going to perform in the NC)</a:t>
            </a:r>
            <a:endParaRPr lang="en-US" sz="1400" b="1"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57200" y="1268760"/>
            <a:ext cx="8229600" cy="4857403"/>
          </a:xfrm>
        </p:spPr>
        <p:txBody>
          <a:bodyPr/>
          <a:lstStyle/>
          <a:p>
            <a:pPr>
              <a:lnSpc>
                <a:spcPct val="200000"/>
              </a:lnSpc>
            </a:pPr>
            <a:r>
              <a:rPr lang="en-US" sz="1800" dirty="0" smtClean="0"/>
              <a:t>In the NC management by the </a:t>
            </a:r>
            <a:r>
              <a:rPr lang="en-US" sz="1800" dirty="0" err="1" smtClean="0"/>
              <a:t>Gertakariak</a:t>
            </a:r>
            <a:r>
              <a:rPr lang="en-US" sz="1800" dirty="0" smtClean="0"/>
              <a:t> app, there are 3 different roles defined:</a:t>
            </a:r>
          </a:p>
          <a:p>
            <a:pPr marL="800100" lvl="1" indent="-342900">
              <a:lnSpc>
                <a:spcPct val="150000"/>
              </a:lnSpc>
              <a:buFont typeface="+mj-lt"/>
              <a:buAutoNum type="alphaLcParenR"/>
            </a:pPr>
            <a:r>
              <a:rPr lang="en-US" sz="1800" b="1" dirty="0" smtClean="0"/>
              <a:t>Creator: </a:t>
            </a:r>
            <a:r>
              <a:rPr lang="en-US" sz="1800" dirty="0" smtClean="0"/>
              <a:t>creates the NC and notifies it to the responsible and pursuer. </a:t>
            </a:r>
            <a:r>
              <a:rPr lang="en-US" sz="1800" dirty="0" smtClean="0"/>
              <a:t>He/she is able to follow-up the NC without taking part on it. Only </a:t>
            </a:r>
            <a:r>
              <a:rPr lang="en-US" sz="1800" dirty="0" smtClean="0"/>
              <a:t>can edit the first phase of each NC </a:t>
            </a:r>
            <a:r>
              <a:rPr lang="en-US" sz="1800" dirty="0" smtClean="0"/>
              <a:t>created. Able to attach documents.</a:t>
            </a:r>
            <a:endParaRPr lang="en-US" sz="1800" dirty="0" smtClean="0"/>
          </a:p>
          <a:p>
            <a:pPr marL="800100" lvl="1" indent="-342900">
              <a:lnSpc>
                <a:spcPct val="150000"/>
              </a:lnSpc>
              <a:buFont typeface="+mj-lt"/>
              <a:buAutoNum type="alphaLcParenR"/>
            </a:pPr>
            <a:r>
              <a:rPr lang="en-US" sz="1800" b="1" dirty="0" smtClean="0"/>
              <a:t>Pursuer: </a:t>
            </a:r>
            <a:r>
              <a:rPr lang="en-US" sz="1800" dirty="0" smtClean="0"/>
              <a:t> is who manages the NC. Approves </a:t>
            </a:r>
            <a:r>
              <a:rPr lang="en-US" sz="1800" dirty="0" smtClean="0"/>
              <a:t>or disapproves the different phases of the 8D developed by the responsible. </a:t>
            </a:r>
            <a:r>
              <a:rPr lang="en-US" sz="1800" dirty="0" err="1" smtClean="0"/>
              <a:t>Acces</a:t>
            </a:r>
            <a:r>
              <a:rPr lang="en-US" sz="1800" dirty="0" smtClean="0"/>
              <a:t> to all the fields and all the options available</a:t>
            </a:r>
            <a:r>
              <a:rPr lang="en-US" sz="1800" dirty="0" smtClean="0"/>
              <a:t>. Able to attach documents.</a:t>
            </a:r>
            <a:endParaRPr lang="en-US" sz="1800" dirty="0" smtClean="0"/>
          </a:p>
          <a:p>
            <a:pPr marL="800100" lvl="1" indent="-342900">
              <a:lnSpc>
                <a:spcPct val="150000"/>
              </a:lnSpc>
              <a:buFont typeface="+mj-lt"/>
              <a:buAutoNum type="alphaLcParenR"/>
            </a:pPr>
            <a:r>
              <a:rPr lang="en-US" sz="1800" b="1" dirty="0" smtClean="0"/>
              <a:t>Person in charge or responsible: </a:t>
            </a:r>
            <a:r>
              <a:rPr lang="en-US" sz="1800" dirty="0" smtClean="0"/>
              <a:t>develops the different phases of the 8D. </a:t>
            </a:r>
            <a:r>
              <a:rPr lang="en-US" sz="1800" dirty="0" smtClean="0"/>
              <a:t> Able to attach documents.</a:t>
            </a:r>
            <a:endParaRPr lang="en-US" sz="1800" dirty="0" smtClean="0"/>
          </a:p>
          <a:p>
            <a:pPr marL="342900" lvl="1" indent="-342900">
              <a:lnSpc>
                <a:spcPct val="200000"/>
              </a:lnSpc>
              <a:buFont typeface="Arial" pitchFamily="34" charset="0"/>
              <a:buChar char="•"/>
            </a:pPr>
            <a:r>
              <a:rPr lang="en-US" sz="1800" dirty="0" smtClean="0"/>
              <a:t>NOTA: An user can perform more than one role, depending on her/his function.</a:t>
            </a:r>
            <a:endParaRPr lang="en-US" sz="1800" dirty="0" smtClean="0"/>
          </a:p>
        </p:txBody>
      </p:sp>
      <p:sp>
        <p:nvSpPr>
          <p:cNvPr id="4" name="1 Título"/>
          <p:cNvSpPr>
            <a:spLocks noGrp="1"/>
          </p:cNvSpPr>
          <p:nvPr>
            <p:ph type="title" idx="4294967295"/>
          </p:nvPr>
        </p:nvSpPr>
        <p:spPr>
          <a:xfrm>
            <a:off x="323528" y="836712"/>
            <a:ext cx="8229600" cy="360040"/>
          </a:xfrm>
          <a:prstGeom prst="rect">
            <a:avLst/>
          </a:prstGeom>
        </p:spPr>
        <p:txBody>
          <a:bodyPr/>
          <a:lstStyle/>
          <a:p>
            <a:pPr algn="l"/>
            <a:r>
              <a:rPr lang="en-US" sz="1800" b="1" smtClean="0"/>
              <a:t>1.2 Roles (Functions for each role)</a:t>
            </a:r>
            <a:endParaRPr lang="en-US" sz="1800" b="1"/>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Diagrama"/>
          <p:cNvGraphicFramePr/>
          <p:nvPr/>
        </p:nvGraphicFramePr>
        <p:xfrm>
          <a:off x="395536" y="1628800"/>
          <a:ext cx="4536504" cy="36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10 CuadroTexto"/>
          <p:cNvSpPr txBox="1"/>
          <p:nvPr/>
        </p:nvSpPr>
        <p:spPr>
          <a:xfrm>
            <a:off x="4499992" y="2708920"/>
            <a:ext cx="1697331" cy="340753"/>
          </a:xfrm>
          <a:prstGeom prst="rect">
            <a:avLst/>
          </a:prstGeom>
          <a:noFill/>
          <a:ln>
            <a:solidFill>
              <a:schemeClr val="tx1"/>
            </a:solidFill>
          </a:ln>
        </p:spPr>
        <p:txBody>
          <a:bodyPr wrap="square" lIns="65306" tIns="32653" rIns="65306" bIns="32653" rtlCol="0">
            <a:spAutoFit/>
          </a:bodyPr>
          <a:lstStyle/>
          <a:p>
            <a:r>
              <a:rPr lang="es-ES" dirty="0" smtClean="0"/>
              <a:t>PURSUERS</a:t>
            </a:r>
            <a:endParaRPr lang="es-ES" dirty="0"/>
          </a:p>
        </p:txBody>
      </p:sp>
      <p:sp>
        <p:nvSpPr>
          <p:cNvPr id="12" name="11 CuadroTexto"/>
          <p:cNvSpPr txBox="1"/>
          <p:nvPr/>
        </p:nvSpPr>
        <p:spPr>
          <a:xfrm>
            <a:off x="4644008" y="3212976"/>
            <a:ext cx="1337291" cy="340753"/>
          </a:xfrm>
          <a:prstGeom prst="rect">
            <a:avLst/>
          </a:prstGeom>
          <a:noFill/>
          <a:ln>
            <a:solidFill>
              <a:schemeClr val="tx1"/>
            </a:solidFill>
          </a:ln>
        </p:spPr>
        <p:txBody>
          <a:bodyPr wrap="square" lIns="65306" tIns="32653" rIns="65306" bIns="32653" rtlCol="0">
            <a:spAutoFit/>
          </a:bodyPr>
          <a:lstStyle/>
          <a:p>
            <a:r>
              <a:rPr lang="es-ES" dirty="0" smtClean="0"/>
              <a:t>CREATORS</a:t>
            </a:r>
            <a:endParaRPr lang="es-ES" dirty="0"/>
          </a:p>
        </p:txBody>
      </p:sp>
      <p:cxnSp>
        <p:nvCxnSpPr>
          <p:cNvPr id="14" name="13 Conector recto de flecha"/>
          <p:cNvCxnSpPr>
            <a:endCxn id="11" idx="1"/>
          </p:cNvCxnSpPr>
          <p:nvPr/>
        </p:nvCxnSpPr>
        <p:spPr>
          <a:xfrm flipV="1">
            <a:off x="3923928" y="2879297"/>
            <a:ext cx="576064" cy="6937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a:endCxn id="12" idx="1"/>
          </p:cNvCxnSpPr>
          <p:nvPr/>
        </p:nvCxnSpPr>
        <p:spPr>
          <a:xfrm flipV="1">
            <a:off x="3923928" y="3383353"/>
            <a:ext cx="720080" cy="1896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4572000" y="3789040"/>
            <a:ext cx="1656184" cy="342943"/>
          </a:xfrm>
          <a:prstGeom prst="rect">
            <a:avLst/>
          </a:prstGeom>
          <a:noFill/>
          <a:ln>
            <a:solidFill>
              <a:schemeClr val="tx1"/>
            </a:solidFill>
          </a:ln>
        </p:spPr>
        <p:txBody>
          <a:bodyPr wrap="square" lIns="65306" tIns="32653" rIns="65306" bIns="32653" rtlCol="0">
            <a:spAutoFit/>
          </a:bodyPr>
          <a:lstStyle/>
          <a:p>
            <a:r>
              <a:rPr lang="es-ES" dirty="0" smtClean="0"/>
              <a:t>RESPONSIBLES</a:t>
            </a:r>
            <a:endParaRPr lang="es-ES" dirty="0"/>
          </a:p>
        </p:txBody>
      </p:sp>
      <p:cxnSp>
        <p:nvCxnSpPr>
          <p:cNvPr id="22" name="21 Conector recto de flecha"/>
          <p:cNvCxnSpPr>
            <a:endCxn id="18" idx="1"/>
          </p:cNvCxnSpPr>
          <p:nvPr/>
        </p:nvCxnSpPr>
        <p:spPr>
          <a:xfrm>
            <a:off x="3923928" y="3573016"/>
            <a:ext cx="648072" cy="3874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22 CuadroTexto"/>
          <p:cNvSpPr txBox="1"/>
          <p:nvPr/>
        </p:nvSpPr>
        <p:spPr>
          <a:xfrm>
            <a:off x="3563888" y="1196752"/>
            <a:ext cx="1697331" cy="340753"/>
          </a:xfrm>
          <a:prstGeom prst="rect">
            <a:avLst/>
          </a:prstGeom>
          <a:noFill/>
          <a:ln>
            <a:solidFill>
              <a:schemeClr val="tx1"/>
            </a:solidFill>
          </a:ln>
        </p:spPr>
        <p:txBody>
          <a:bodyPr wrap="square" lIns="65306" tIns="32653" rIns="65306" bIns="32653" rtlCol="0">
            <a:spAutoFit/>
          </a:bodyPr>
          <a:lstStyle/>
          <a:p>
            <a:r>
              <a:rPr lang="es-ES" dirty="0" smtClean="0"/>
              <a:t>PURSUERS</a:t>
            </a:r>
            <a:endParaRPr lang="es-ES" dirty="0"/>
          </a:p>
        </p:txBody>
      </p:sp>
      <p:sp>
        <p:nvSpPr>
          <p:cNvPr id="24" name="23 CuadroTexto"/>
          <p:cNvSpPr txBox="1"/>
          <p:nvPr/>
        </p:nvSpPr>
        <p:spPr>
          <a:xfrm>
            <a:off x="3707904" y="1700808"/>
            <a:ext cx="1337291" cy="340753"/>
          </a:xfrm>
          <a:prstGeom prst="rect">
            <a:avLst/>
          </a:prstGeom>
          <a:noFill/>
          <a:ln>
            <a:solidFill>
              <a:schemeClr val="tx1"/>
            </a:solidFill>
          </a:ln>
        </p:spPr>
        <p:txBody>
          <a:bodyPr wrap="square" lIns="65306" tIns="32653" rIns="65306" bIns="32653" rtlCol="0">
            <a:spAutoFit/>
          </a:bodyPr>
          <a:lstStyle/>
          <a:p>
            <a:r>
              <a:rPr lang="es-ES" dirty="0" smtClean="0"/>
              <a:t>CREATORS</a:t>
            </a:r>
            <a:endParaRPr lang="es-ES" dirty="0"/>
          </a:p>
        </p:txBody>
      </p:sp>
      <p:cxnSp>
        <p:nvCxnSpPr>
          <p:cNvPr id="25" name="24 Conector recto de flecha"/>
          <p:cNvCxnSpPr>
            <a:endCxn id="23" idx="1"/>
          </p:cNvCxnSpPr>
          <p:nvPr/>
        </p:nvCxnSpPr>
        <p:spPr>
          <a:xfrm flipV="1">
            <a:off x="2987824" y="1367129"/>
            <a:ext cx="576064" cy="69371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25 Conector recto de flecha"/>
          <p:cNvCxnSpPr>
            <a:endCxn id="24" idx="1"/>
          </p:cNvCxnSpPr>
          <p:nvPr/>
        </p:nvCxnSpPr>
        <p:spPr>
          <a:xfrm flipV="1">
            <a:off x="2987824" y="1871185"/>
            <a:ext cx="720080" cy="18966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3635896" y="2276872"/>
            <a:ext cx="1656184" cy="342943"/>
          </a:xfrm>
          <a:prstGeom prst="rect">
            <a:avLst/>
          </a:prstGeom>
          <a:noFill/>
          <a:ln>
            <a:solidFill>
              <a:schemeClr val="tx1"/>
            </a:solidFill>
          </a:ln>
        </p:spPr>
        <p:txBody>
          <a:bodyPr wrap="square" lIns="65306" tIns="32653" rIns="65306" bIns="32653" rtlCol="0">
            <a:spAutoFit/>
          </a:bodyPr>
          <a:lstStyle/>
          <a:p>
            <a:r>
              <a:rPr lang="es-ES" dirty="0" smtClean="0"/>
              <a:t>RESPONSIBLES</a:t>
            </a:r>
            <a:endParaRPr lang="es-ES" dirty="0"/>
          </a:p>
        </p:txBody>
      </p:sp>
      <p:cxnSp>
        <p:nvCxnSpPr>
          <p:cNvPr id="28" name="27 Conector recto de flecha"/>
          <p:cNvCxnSpPr>
            <a:endCxn id="27" idx="1"/>
          </p:cNvCxnSpPr>
          <p:nvPr/>
        </p:nvCxnSpPr>
        <p:spPr>
          <a:xfrm>
            <a:off x="2987824" y="2060848"/>
            <a:ext cx="648072" cy="3874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29 Conector recto de flecha"/>
          <p:cNvCxnSpPr/>
          <p:nvPr/>
        </p:nvCxnSpPr>
        <p:spPr>
          <a:xfrm>
            <a:off x="4644008" y="4725144"/>
            <a:ext cx="50405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30 CuadroTexto"/>
          <p:cNvSpPr txBox="1"/>
          <p:nvPr/>
        </p:nvSpPr>
        <p:spPr>
          <a:xfrm>
            <a:off x="5148064" y="4581128"/>
            <a:ext cx="1656184" cy="342943"/>
          </a:xfrm>
          <a:prstGeom prst="rect">
            <a:avLst/>
          </a:prstGeom>
          <a:noFill/>
          <a:ln>
            <a:solidFill>
              <a:schemeClr val="tx1"/>
            </a:solidFill>
          </a:ln>
        </p:spPr>
        <p:txBody>
          <a:bodyPr wrap="square" lIns="65306" tIns="32653" rIns="65306" bIns="32653" rtlCol="0">
            <a:spAutoFit/>
          </a:bodyPr>
          <a:lstStyle/>
          <a:p>
            <a:r>
              <a:rPr lang="es-ES" dirty="0" smtClean="0"/>
              <a:t>RESPONSIBLES</a:t>
            </a:r>
            <a:endParaRPr lang="es-ES" dirty="0"/>
          </a:p>
        </p:txBody>
      </p:sp>
      <p:sp>
        <p:nvSpPr>
          <p:cNvPr id="19" name="18 CuadroTexto"/>
          <p:cNvSpPr txBox="1"/>
          <p:nvPr/>
        </p:nvSpPr>
        <p:spPr>
          <a:xfrm>
            <a:off x="5292080" y="5445224"/>
            <a:ext cx="3600400" cy="1173939"/>
          </a:xfrm>
          <a:prstGeom prst="rect">
            <a:avLst/>
          </a:prstGeom>
          <a:noFill/>
          <a:ln w="28575">
            <a:solidFill>
              <a:schemeClr val="tx1"/>
            </a:solidFill>
          </a:ln>
        </p:spPr>
        <p:txBody>
          <a:bodyPr wrap="square" lIns="65306" tIns="32653" rIns="65306" bIns="32653" rtlCol="0">
            <a:spAutoFit/>
          </a:bodyPr>
          <a:lstStyle/>
          <a:p>
            <a:pPr algn="just"/>
            <a:r>
              <a:rPr lang="es-ES" dirty="0" smtClean="0"/>
              <a:t>THE FUNCTIONS ON THE APP DEPEND ON THE ROLE ASSIGNED IN THAT NC AND NO ON THE KIND OF USER.</a:t>
            </a:r>
            <a:endParaRPr lang="es-E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457200" y="1340768"/>
            <a:ext cx="8229600" cy="5328592"/>
          </a:xfrm>
        </p:spPr>
        <p:txBody>
          <a:bodyPr/>
          <a:lstStyle/>
          <a:p>
            <a:endParaRPr lang="en-US" sz="1600" dirty="0" smtClean="0"/>
          </a:p>
          <a:p>
            <a:pPr lvl="1">
              <a:buNone/>
            </a:pPr>
            <a:r>
              <a:rPr lang="en-US" sz="1200" dirty="0" smtClean="0"/>
              <a:t>Add/Create			Approval Request 		 Search 	</a:t>
            </a:r>
          </a:p>
          <a:p>
            <a:pPr lvl="1">
              <a:buNone/>
            </a:pPr>
            <a:endParaRPr lang="en-US" sz="1200" dirty="0" smtClean="0"/>
          </a:p>
          <a:p>
            <a:pPr lvl="1">
              <a:buNone/>
            </a:pPr>
            <a:r>
              <a:rPr lang="en-US" sz="1200" dirty="0" smtClean="0"/>
              <a:t>Edit					Approved			Advanced Search</a:t>
            </a:r>
          </a:p>
          <a:p>
            <a:pPr lvl="1">
              <a:buNone/>
            </a:pPr>
            <a:endParaRPr lang="en-US" sz="1200" dirty="0" smtClean="0"/>
          </a:p>
          <a:p>
            <a:pPr lvl="1">
              <a:buNone/>
            </a:pPr>
            <a:r>
              <a:rPr lang="en-US" sz="1200" dirty="0" smtClean="0"/>
              <a:t>Select				In approval process		Change Plant</a:t>
            </a:r>
          </a:p>
          <a:p>
            <a:pPr lvl="1">
              <a:buNone/>
            </a:pPr>
            <a:endParaRPr lang="en-US" sz="1200" dirty="0" smtClean="0"/>
          </a:p>
          <a:p>
            <a:pPr lvl="1">
              <a:buNone/>
            </a:pPr>
            <a:r>
              <a:rPr lang="en-US" sz="1200" dirty="0" smtClean="0"/>
              <a:t>Accept/Save/Approve			</a:t>
            </a:r>
            <a:r>
              <a:rPr lang="en-US" sz="1200" dirty="0" err="1" smtClean="0"/>
              <a:t>Approve</a:t>
            </a:r>
            <a:r>
              <a:rPr lang="en-US" sz="1200" dirty="0" smtClean="0"/>
              <a:t>/Disapprove		Closed NC </a:t>
            </a:r>
          </a:p>
          <a:p>
            <a:pPr lvl="1">
              <a:buNone/>
            </a:pPr>
            <a:endParaRPr lang="en-US" sz="1200" dirty="0" smtClean="0"/>
          </a:p>
          <a:p>
            <a:pPr lvl="1">
              <a:buNone/>
            </a:pPr>
            <a:r>
              <a:rPr lang="en-US" sz="1200" dirty="0" smtClean="0"/>
              <a:t>Eliminate			Notified/Notify</a:t>
            </a:r>
          </a:p>
          <a:p>
            <a:pPr lvl="1">
              <a:buNone/>
            </a:pPr>
            <a:endParaRPr lang="en-US" sz="1200" dirty="0" smtClean="0"/>
          </a:p>
          <a:p>
            <a:pPr lvl="1">
              <a:buNone/>
            </a:pPr>
            <a:r>
              <a:rPr lang="en-US" sz="1200" dirty="0" smtClean="0"/>
              <a:t>Close				Without Notification/Notify</a:t>
            </a:r>
          </a:p>
          <a:p>
            <a:pPr lvl="1">
              <a:buNone/>
            </a:pPr>
            <a:endParaRPr lang="en-US" sz="1200" dirty="0" smtClean="0"/>
          </a:p>
          <a:p>
            <a:pPr lvl="1">
              <a:buNone/>
            </a:pPr>
            <a:r>
              <a:rPr lang="en-US" sz="1200" dirty="0" smtClean="0"/>
              <a:t>Open NC 			Disapproved</a:t>
            </a:r>
          </a:p>
          <a:p>
            <a:pPr lvl="1">
              <a:buNone/>
            </a:pPr>
            <a:endParaRPr lang="en-US" sz="1200" dirty="0" smtClean="0"/>
          </a:p>
          <a:p>
            <a:pPr lvl="1">
              <a:buNone/>
            </a:pPr>
            <a:r>
              <a:rPr lang="en-US" sz="1200" dirty="0" smtClean="0"/>
              <a:t>			</a:t>
            </a:r>
          </a:p>
          <a:p>
            <a:pPr lvl="1">
              <a:buNone/>
            </a:pPr>
            <a:endParaRPr lang="en-US" sz="1200" dirty="0" smtClean="0"/>
          </a:p>
          <a:p>
            <a:pPr lvl="1">
              <a:buNone/>
            </a:pPr>
            <a:endParaRPr lang="en-US" sz="1200" dirty="0" smtClean="0"/>
          </a:p>
          <a:p>
            <a:pPr lvl="1">
              <a:buNone/>
            </a:pPr>
            <a:endParaRPr lang="en-US" sz="1200" dirty="0" smtClean="0"/>
          </a:p>
        </p:txBody>
      </p:sp>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1.2 </a:t>
            </a:r>
            <a:r>
              <a:rPr lang="es-ES" sz="1800" b="1" dirty="0" err="1" smtClean="0"/>
              <a:t>Main</a:t>
            </a:r>
            <a:r>
              <a:rPr lang="es-ES" sz="1800" b="1" dirty="0" smtClean="0"/>
              <a:t> </a:t>
            </a:r>
            <a:r>
              <a:rPr lang="es-ES" sz="1800" b="1" dirty="0" err="1" smtClean="0"/>
              <a:t>Icons</a:t>
            </a:r>
            <a:endParaRPr lang="es-ES" sz="1800" b="1" dirty="0"/>
          </a:p>
        </p:txBody>
      </p:sp>
      <p:pic>
        <p:nvPicPr>
          <p:cNvPr id="5" name="Picture 5" descr="C:\Documents and Settings\xfernandez\Escritorio\Imagenes capturadas\capturada.jpg"/>
          <p:cNvPicPr>
            <a:picLocks noChangeAspect="1" noChangeArrowheads="1"/>
          </p:cNvPicPr>
          <p:nvPr/>
        </p:nvPicPr>
        <p:blipFill>
          <a:blip r:embed="rId3" cstate="print"/>
          <a:srcRect/>
          <a:stretch>
            <a:fillRect/>
          </a:stretch>
        </p:blipFill>
        <p:spPr bwMode="auto">
          <a:xfrm>
            <a:off x="611560" y="1628800"/>
            <a:ext cx="276225" cy="285750"/>
          </a:xfrm>
          <a:prstGeom prst="rect">
            <a:avLst/>
          </a:prstGeom>
          <a:noFill/>
        </p:spPr>
      </p:pic>
      <p:pic>
        <p:nvPicPr>
          <p:cNvPr id="6" name="Picture 7" descr="C:\Documents and Settings\xfernandez\Escritorio\Imagenes capturadas\capturada1.jpg"/>
          <p:cNvPicPr>
            <a:picLocks noChangeAspect="1" noChangeArrowheads="1"/>
          </p:cNvPicPr>
          <p:nvPr/>
        </p:nvPicPr>
        <p:blipFill>
          <a:blip r:embed="rId4" cstate="print"/>
          <a:srcRect/>
          <a:stretch>
            <a:fillRect/>
          </a:stretch>
        </p:blipFill>
        <p:spPr bwMode="auto">
          <a:xfrm>
            <a:off x="539552" y="1988840"/>
            <a:ext cx="370629" cy="360040"/>
          </a:xfrm>
          <a:prstGeom prst="rect">
            <a:avLst/>
          </a:prstGeom>
          <a:noFill/>
        </p:spPr>
      </p:pic>
      <p:pic>
        <p:nvPicPr>
          <p:cNvPr id="7" name="Picture 8" descr="C:\Documents and Settings\xfernandez\Escritorio\Imagenes capturadas\capturada2.jpg"/>
          <p:cNvPicPr>
            <a:picLocks noChangeAspect="1" noChangeArrowheads="1"/>
          </p:cNvPicPr>
          <p:nvPr/>
        </p:nvPicPr>
        <p:blipFill>
          <a:blip r:embed="rId5" cstate="print"/>
          <a:srcRect/>
          <a:stretch>
            <a:fillRect/>
          </a:stretch>
        </p:blipFill>
        <p:spPr bwMode="auto">
          <a:xfrm>
            <a:off x="611560" y="2420888"/>
            <a:ext cx="285750" cy="295275"/>
          </a:xfrm>
          <a:prstGeom prst="rect">
            <a:avLst/>
          </a:prstGeom>
          <a:noFill/>
        </p:spPr>
      </p:pic>
      <p:pic>
        <p:nvPicPr>
          <p:cNvPr id="8" name="Picture 9" descr="C:\Documents and Settings\xfernandez\Escritorio\Imagenes capturadas\capturada3.jpg"/>
          <p:cNvPicPr>
            <a:picLocks noChangeAspect="1" noChangeArrowheads="1"/>
          </p:cNvPicPr>
          <p:nvPr/>
        </p:nvPicPr>
        <p:blipFill>
          <a:blip r:embed="rId6" cstate="print"/>
          <a:srcRect/>
          <a:stretch>
            <a:fillRect/>
          </a:stretch>
        </p:blipFill>
        <p:spPr bwMode="auto">
          <a:xfrm>
            <a:off x="539552" y="2852936"/>
            <a:ext cx="323850" cy="333375"/>
          </a:xfrm>
          <a:prstGeom prst="rect">
            <a:avLst/>
          </a:prstGeom>
          <a:noFill/>
        </p:spPr>
      </p:pic>
      <p:pic>
        <p:nvPicPr>
          <p:cNvPr id="9" name="Picture 10" descr="C:\Documents and Settings\xfernandez\Escritorio\Imagenes capturadas\capturada4.jpg"/>
          <p:cNvPicPr>
            <a:picLocks noChangeAspect="1" noChangeArrowheads="1"/>
          </p:cNvPicPr>
          <p:nvPr/>
        </p:nvPicPr>
        <p:blipFill>
          <a:blip r:embed="rId7" cstate="print"/>
          <a:srcRect/>
          <a:stretch>
            <a:fillRect/>
          </a:stretch>
        </p:blipFill>
        <p:spPr bwMode="auto">
          <a:xfrm>
            <a:off x="539552" y="3284984"/>
            <a:ext cx="314325" cy="371475"/>
          </a:xfrm>
          <a:prstGeom prst="rect">
            <a:avLst/>
          </a:prstGeom>
          <a:noFill/>
        </p:spPr>
      </p:pic>
      <p:pic>
        <p:nvPicPr>
          <p:cNvPr id="11" name="Picture 12" descr="C:\Documents and Settings\xfernandez\Escritorio\Imagenes capturadas\capturada6.jpg"/>
          <p:cNvPicPr>
            <a:picLocks noChangeAspect="1" noChangeArrowheads="1"/>
          </p:cNvPicPr>
          <p:nvPr/>
        </p:nvPicPr>
        <p:blipFill>
          <a:blip r:embed="rId8" cstate="print"/>
          <a:srcRect/>
          <a:stretch>
            <a:fillRect/>
          </a:stretch>
        </p:blipFill>
        <p:spPr bwMode="auto">
          <a:xfrm>
            <a:off x="539552" y="3789040"/>
            <a:ext cx="360040" cy="360040"/>
          </a:xfrm>
          <a:prstGeom prst="rect">
            <a:avLst/>
          </a:prstGeom>
          <a:noFill/>
        </p:spPr>
      </p:pic>
      <p:pic>
        <p:nvPicPr>
          <p:cNvPr id="3075" name="Picture 3"/>
          <p:cNvPicPr>
            <a:picLocks noChangeAspect="1" noChangeArrowheads="1"/>
          </p:cNvPicPr>
          <p:nvPr/>
        </p:nvPicPr>
        <p:blipFill>
          <a:blip r:embed="rId9" cstate="print"/>
          <a:srcRect/>
          <a:stretch>
            <a:fillRect/>
          </a:stretch>
        </p:blipFill>
        <p:spPr bwMode="auto">
          <a:xfrm>
            <a:off x="539552" y="4293095"/>
            <a:ext cx="288032" cy="238371"/>
          </a:xfrm>
          <a:prstGeom prst="rect">
            <a:avLst/>
          </a:prstGeom>
          <a:noFill/>
          <a:ln w="9525">
            <a:noFill/>
            <a:miter lim="800000"/>
            <a:headEnd/>
            <a:tailEnd/>
          </a:ln>
        </p:spPr>
      </p:pic>
      <p:pic>
        <p:nvPicPr>
          <p:cNvPr id="3076" name="Picture 4"/>
          <p:cNvPicPr>
            <a:picLocks noChangeAspect="1" noChangeArrowheads="1"/>
          </p:cNvPicPr>
          <p:nvPr/>
        </p:nvPicPr>
        <p:blipFill>
          <a:blip r:embed="rId10" cstate="print"/>
          <a:srcRect l="18900"/>
          <a:stretch>
            <a:fillRect/>
          </a:stretch>
        </p:blipFill>
        <p:spPr bwMode="auto">
          <a:xfrm>
            <a:off x="6516216" y="2996952"/>
            <a:ext cx="308992" cy="257175"/>
          </a:xfrm>
          <a:prstGeom prst="rect">
            <a:avLst/>
          </a:prstGeom>
          <a:noFill/>
          <a:ln w="9525">
            <a:noFill/>
            <a:miter lim="800000"/>
            <a:headEnd/>
            <a:tailEnd/>
          </a:ln>
        </p:spPr>
      </p:pic>
      <p:pic>
        <p:nvPicPr>
          <p:cNvPr id="3077" name="Picture 5"/>
          <p:cNvPicPr>
            <a:picLocks noChangeAspect="1" noChangeArrowheads="1"/>
          </p:cNvPicPr>
          <p:nvPr/>
        </p:nvPicPr>
        <p:blipFill>
          <a:blip r:embed="rId11" cstate="print"/>
          <a:srcRect/>
          <a:stretch>
            <a:fillRect/>
          </a:stretch>
        </p:blipFill>
        <p:spPr bwMode="auto">
          <a:xfrm>
            <a:off x="6516216" y="1628800"/>
            <a:ext cx="216024" cy="216024"/>
          </a:xfrm>
          <a:prstGeom prst="rect">
            <a:avLst/>
          </a:prstGeom>
          <a:noFill/>
          <a:ln w="9525">
            <a:noFill/>
            <a:miter lim="800000"/>
            <a:headEnd/>
            <a:tailEnd/>
          </a:ln>
        </p:spPr>
      </p:pic>
      <p:pic>
        <p:nvPicPr>
          <p:cNvPr id="3078" name="Picture 6"/>
          <p:cNvPicPr>
            <a:picLocks noChangeAspect="1" noChangeArrowheads="1"/>
          </p:cNvPicPr>
          <p:nvPr/>
        </p:nvPicPr>
        <p:blipFill>
          <a:blip r:embed="rId12" cstate="print"/>
          <a:srcRect/>
          <a:stretch>
            <a:fillRect/>
          </a:stretch>
        </p:blipFill>
        <p:spPr bwMode="auto">
          <a:xfrm>
            <a:off x="6516216" y="2060848"/>
            <a:ext cx="247650" cy="257175"/>
          </a:xfrm>
          <a:prstGeom prst="rect">
            <a:avLst/>
          </a:prstGeom>
          <a:noFill/>
          <a:ln w="9525">
            <a:noFill/>
            <a:miter lim="800000"/>
            <a:headEnd/>
            <a:tailEnd/>
          </a:ln>
        </p:spPr>
      </p:pic>
      <p:pic>
        <p:nvPicPr>
          <p:cNvPr id="3079" name="Picture 7"/>
          <p:cNvPicPr>
            <a:picLocks noChangeAspect="1" noChangeArrowheads="1"/>
          </p:cNvPicPr>
          <p:nvPr/>
        </p:nvPicPr>
        <p:blipFill>
          <a:blip r:embed="rId13" cstate="print"/>
          <a:srcRect/>
          <a:stretch>
            <a:fillRect/>
          </a:stretch>
        </p:blipFill>
        <p:spPr bwMode="auto">
          <a:xfrm>
            <a:off x="6516216" y="2564904"/>
            <a:ext cx="238125" cy="200025"/>
          </a:xfrm>
          <a:prstGeom prst="rect">
            <a:avLst/>
          </a:prstGeom>
          <a:noFill/>
          <a:ln w="9525">
            <a:noFill/>
            <a:miter lim="800000"/>
            <a:headEnd/>
            <a:tailEnd/>
          </a:ln>
        </p:spPr>
      </p:pic>
      <p:pic>
        <p:nvPicPr>
          <p:cNvPr id="3080" name="Picture 8"/>
          <p:cNvPicPr>
            <a:picLocks noChangeAspect="1" noChangeArrowheads="1"/>
          </p:cNvPicPr>
          <p:nvPr/>
        </p:nvPicPr>
        <p:blipFill>
          <a:blip r:embed="rId14" cstate="print"/>
          <a:srcRect/>
          <a:stretch>
            <a:fillRect/>
          </a:stretch>
        </p:blipFill>
        <p:spPr bwMode="auto">
          <a:xfrm>
            <a:off x="3851920" y="1628800"/>
            <a:ext cx="300608" cy="237981"/>
          </a:xfrm>
          <a:prstGeom prst="rect">
            <a:avLst/>
          </a:prstGeom>
          <a:noFill/>
          <a:ln w="9525">
            <a:noFill/>
            <a:miter lim="800000"/>
            <a:headEnd/>
            <a:tailEnd/>
          </a:ln>
        </p:spPr>
      </p:pic>
      <p:pic>
        <p:nvPicPr>
          <p:cNvPr id="3081" name="Picture 9"/>
          <p:cNvPicPr>
            <a:picLocks noChangeAspect="1" noChangeArrowheads="1"/>
          </p:cNvPicPr>
          <p:nvPr/>
        </p:nvPicPr>
        <p:blipFill>
          <a:blip r:embed="rId15" cstate="print"/>
          <a:srcRect/>
          <a:stretch>
            <a:fillRect/>
          </a:stretch>
        </p:blipFill>
        <p:spPr bwMode="auto">
          <a:xfrm>
            <a:off x="3851920" y="2060848"/>
            <a:ext cx="276225" cy="257175"/>
          </a:xfrm>
          <a:prstGeom prst="rect">
            <a:avLst/>
          </a:prstGeom>
          <a:noFill/>
          <a:ln w="9525">
            <a:noFill/>
            <a:miter lim="800000"/>
            <a:headEnd/>
            <a:tailEnd/>
          </a:ln>
        </p:spPr>
      </p:pic>
      <p:pic>
        <p:nvPicPr>
          <p:cNvPr id="3084" name="Picture 12"/>
          <p:cNvPicPr>
            <a:picLocks noChangeAspect="1" noChangeArrowheads="1"/>
          </p:cNvPicPr>
          <p:nvPr/>
        </p:nvPicPr>
        <p:blipFill>
          <a:blip r:embed="rId16" cstate="print"/>
          <a:srcRect/>
          <a:stretch>
            <a:fillRect/>
          </a:stretch>
        </p:blipFill>
        <p:spPr bwMode="auto">
          <a:xfrm>
            <a:off x="3851920" y="2492896"/>
            <a:ext cx="276225" cy="295275"/>
          </a:xfrm>
          <a:prstGeom prst="rect">
            <a:avLst/>
          </a:prstGeom>
          <a:noFill/>
          <a:ln w="9525">
            <a:noFill/>
            <a:miter lim="800000"/>
            <a:headEnd/>
            <a:tailEnd/>
          </a:ln>
        </p:spPr>
      </p:pic>
      <p:pic>
        <p:nvPicPr>
          <p:cNvPr id="3085" name="Picture 13"/>
          <p:cNvPicPr>
            <a:picLocks noChangeAspect="1" noChangeArrowheads="1"/>
          </p:cNvPicPr>
          <p:nvPr/>
        </p:nvPicPr>
        <p:blipFill>
          <a:blip r:embed="rId17" cstate="print"/>
          <a:srcRect/>
          <a:stretch>
            <a:fillRect/>
          </a:stretch>
        </p:blipFill>
        <p:spPr bwMode="auto">
          <a:xfrm>
            <a:off x="3563888" y="2996952"/>
            <a:ext cx="523875" cy="238125"/>
          </a:xfrm>
          <a:prstGeom prst="rect">
            <a:avLst/>
          </a:prstGeom>
          <a:noFill/>
          <a:ln w="9525">
            <a:noFill/>
            <a:miter lim="800000"/>
            <a:headEnd/>
            <a:tailEnd/>
          </a:ln>
        </p:spPr>
      </p:pic>
      <p:pic>
        <p:nvPicPr>
          <p:cNvPr id="3086" name="Picture 14"/>
          <p:cNvPicPr>
            <a:picLocks noChangeAspect="1" noChangeArrowheads="1"/>
          </p:cNvPicPr>
          <p:nvPr/>
        </p:nvPicPr>
        <p:blipFill>
          <a:blip r:embed="rId18" cstate="print"/>
          <a:srcRect/>
          <a:stretch>
            <a:fillRect/>
          </a:stretch>
        </p:blipFill>
        <p:spPr bwMode="auto">
          <a:xfrm>
            <a:off x="3851920" y="3429000"/>
            <a:ext cx="238125" cy="171450"/>
          </a:xfrm>
          <a:prstGeom prst="rect">
            <a:avLst/>
          </a:prstGeom>
          <a:noFill/>
          <a:ln w="9525">
            <a:noFill/>
            <a:miter lim="800000"/>
            <a:headEnd/>
            <a:tailEnd/>
          </a:ln>
        </p:spPr>
      </p:pic>
      <p:pic>
        <p:nvPicPr>
          <p:cNvPr id="3087" name="Picture 15"/>
          <p:cNvPicPr>
            <a:picLocks noChangeAspect="1" noChangeArrowheads="1"/>
          </p:cNvPicPr>
          <p:nvPr/>
        </p:nvPicPr>
        <p:blipFill>
          <a:blip r:embed="rId19" cstate="print"/>
          <a:srcRect/>
          <a:stretch>
            <a:fillRect/>
          </a:stretch>
        </p:blipFill>
        <p:spPr bwMode="auto">
          <a:xfrm>
            <a:off x="3851920" y="3861048"/>
            <a:ext cx="228600" cy="219075"/>
          </a:xfrm>
          <a:prstGeom prst="rect">
            <a:avLst/>
          </a:prstGeom>
          <a:noFill/>
          <a:ln w="9525">
            <a:noFill/>
            <a:miter lim="800000"/>
            <a:headEnd/>
            <a:tailEnd/>
          </a:ln>
        </p:spPr>
      </p:pic>
      <p:pic>
        <p:nvPicPr>
          <p:cNvPr id="3088" name="Picture 16"/>
          <p:cNvPicPr>
            <a:picLocks noChangeAspect="1" noChangeArrowheads="1"/>
          </p:cNvPicPr>
          <p:nvPr/>
        </p:nvPicPr>
        <p:blipFill>
          <a:blip r:embed="rId20" cstate="print"/>
          <a:srcRect/>
          <a:stretch>
            <a:fillRect/>
          </a:stretch>
        </p:blipFill>
        <p:spPr bwMode="auto">
          <a:xfrm>
            <a:off x="3851920" y="4221088"/>
            <a:ext cx="285750" cy="285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1.3 </a:t>
            </a:r>
            <a:r>
              <a:rPr lang="es-ES" sz="1800" b="1" dirty="0" err="1" smtClean="0"/>
              <a:t>Tabs</a:t>
            </a:r>
            <a:endParaRPr lang="es-ES" sz="1800" b="1" dirty="0"/>
          </a:p>
        </p:txBody>
      </p:sp>
      <p:sp>
        <p:nvSpPr>
          <p:cNvPr id="6" name="5 CuadroTexto"/>
          <p:cNvSpPr txBox="1"/>
          <p:nvPr/>
        </p:nvSpPr>
        <p:spPr>
          <a:xfrm>
            <a:off x="395536" y="2132856"/>
            <a:ext cx="7920880" cy="3323987"/>
          </a:xfrm>
          <a:prstGeom prst="rect">
            <a:avLst/>
          </a:prstGeom>
          <a:noFill/>
        </p:spPr>
        <p:txBody>
          <a:bodyPr wrap="square" rtlCol="0">
            <a:spAutoFit/>
          </a:bodyPr>
          <a:lstStyle/>
          <a:p>
            <a:pPr>
              <a:lnSpc>
                <a:spcPct val="150000"/>
              </a:lnSpc>
            </a:pPr>
            <a:r>
              <a:rPr lang="es-ES" b="1" dirty="0" smtClean="0"/>
              <a:t>1- General </a:t>
            </a:r>
            <a:r>
              <a:rPr lang="es-ES" b="1" dirty="0" err="1" smtClean="0"/>
              <a:t>Information</a:t>
            </a:r>
            <a:r>
              <a:rPr lang="es-ES" b="1" dirty="0" smtClean="0"/>
              <a:t> (</a:t>
            </a:r>
            <a:r>
              <a:rPr lang="es-ES" b="1" dirty="0" err="1" smtClean="0"/>
              <a:t>Phase</a:t>
            </a:r>
            <a:r>
              <a:rPr lang="es-ES" b="1" dirty="0" smtClean="0"/>
              <a:t> 1):</a:t>
            </a:r>
            <a:r>
              <a:rPr lang="es-ES" dirty="0" smtClean="0"/>
              <a:t> </a:t>
            </a:r>
            <a:r>
              <a:rPr lang="es-ES" sz="1400" dirty="0" err="1" smtClean="0"/>
              <a:t>Description</a:t>
            </a:r>
            <a:r>
              <a:rPr lang="es-ES" sz="1400" dirty="0" smtClean="0"/>
              <a:t> of </a:t>
            </a:r>
            <a:r>
              <a:rPr lang="es-ES" sz="1400" dirty="0" err="1" smtClean="0"/>
              <a:t>the</a:t>
            </a:r>
            <a:r>
              <a:rPr lang="es-ES" sz="1400" dirty="0" smtClean="0"/>
              <a:t> NC and general data. </a:t>
            </a:r>
            <a:r>
              <a:rPr lang="es-ES" sz="1400" dirty="0" err="1" smtClean="0"/>
              <a:t>Create</a:t>
            </a:r>
            <a:r>
              <a:rPr lang="es-ES" sz="1400" dirty="0" smtClean="0"/>
              <a:t> and </a:t>
            </a:r>
            <a:r>
              <a:rPr lang="es-ES" sz="1400" dirty="0" err="1" smtClean="0"/>
              <a:t>notify</a:t>
            </a:r>
            <a:r>
              <a:rPr lang="es-ES" sz="1400" dirty="0" smtClean="0"/>
              <a:t> </a:t>
            </a:r>
            <a:r>
              <a:rPr lang="es-ES" sz="1400" dirty="0" err="1" smtClean="0"/>
              <a:t>the</a:t>
            </a:r>
            <a:r>
              <a:rPr lang="es-ES" sz="1400" dirty="0" smtClean="0"/>
              <a:t> NC.</a:t>
            </a:r>
          </a:p>
          <a:p>
            <a:pPr>
              <a:lnSpc>
                <a:spcPct val="150000"/>
              </a:lnSpc>
            </a:pPr>
            <a:r>
              <a:rPr lang="es-ES" b="1" dirty="0" smtClean="0"/>
              <a:t>2- 8D: </a:t>
            </a:r>
            <a:r>
              <a:rPr lang="es-ES" sz="1400" dirty="0" err="1" smtClean="0"/>
              <a:t>Summary</a:t>
            </a:r>
            <a:r>
              <a:rPr lang="es-ES" sz="1400" dirty="0" smtClean="0"/>
              <a:t>. </a:t>
            </a:r>
            <a:r>
              <a:rPr lang="en-US" sz="1400" dirty="0" smtClean="0"/>
              <a:t>State, opening date, end date scheduled, closing date, Approve/Disapprove…</a:t>
            </a:r>
            <a:endParaRPr lang="es-ES" sz="1400" dirty="0" smtClean="0"/>
          </a:p>
          <a:p>
            <a:pPr>
              <a:lnSpc>
                <a:spcPct val="150000"/>
              </a:lnSpc>
            </a:pPr>
            <a:r>
              <a:rPr lang="es-ES" b="1" dirty="0" smtClean="0"/>
              <a:t>3- </a:t>
            </a:r>
            <a:r>
              <a:rPr lang="es-ES" b="1" dirty="0" err="1" smtClean="0"/>
              <a:t>Phase</a:t>
            </a:r>
            <a:r>
              <a:rPr lang="es-ES" b="1" dirty="0" smtClean="0"/>
              <a:t> 2-4: </a:t>
            </a:r>
            <a:r>
              <a:rPr lang="en-US" sz="1400" dirty="0" smtClean="0"/>
              <a:t>First analysis of the problem, and containment actions.</a:t>
            </a:r>
            <a:endParaRPr lang="es-ES" sz="1400" dirty="0" smtClean="0"/>
          </a:p>
          <a:p>
            <a:pPr>
              <a:lnSpc>
                <a:spcPct val="150000"/>
              </a:lnSpc>
            </a:pPr>
            <a:r>
              <a:rPr lang="es-ES" b="1" dirty="0" smtClean="0"/>
              <a:t>4- </a:t>
            </a:r>
            <a:r>
              <a:rPr lang="es-ES" b="1" dirty="0" err="1" smtClean="0"/>
              <a:t>Phase</a:t>
            </a:r>
            <a:r>
              <a:rPr lang="es-ES" b="1" dirty="0" smtClean="0"/>
              <a:t> 5-6:</a:t>
            </a:r>
            <a:r>
              <a:rPr lang="es-ES" dirty="0" smtClean="0"/>
              <a:t> </a:t>
            </a:r>
            <a:r>
              <a:rPr lang="en-US" sz="1400" dirty="0" smtClean="0"/>
              <a:t>Analysis of the 5 Whys  and action plan.</a:t>
            </a:r>
            <a:r>
              <a:rPr lang="es-ES" sz="1400" dirty="0" smtClean="0"/>
              <a:t> </a:t>
            </a:r>
          </a:p>
          <a:p>
            <a:pPr>
              <a:lnSpc>
                <a:spcPct val="150000"/>
              </a:lnSpc>
            </a:pPr>
            <a:r>
              <a:rPr lang="es-ES" b="1" dirty="0" smtClean="0"/>
              <a:t>5- </a:t>
            </a:r>
            <a:r>
              <a:rPr lang="es-ES" b="1" dirty="0" err="1" smtClean="0"/>
              <a:t>Phase</a:t>
            </a:r>
            <a:r>
              <a:rPr lang="es-ES" b="1" dirty="0" smtClean="0"/>
              <a:t> 7-8: </a:t>
            </a:r>
            <a:r>
              <a:rPr lang="es-ES" sz="1400" dirty="0" err="1" smtClean="0"/>
              <a:t>Evaluation</a:t>
            </a:r>
            <a:r>
              <a:rPr lang="es-ES" sz="1400" dirty="0" smtClean="0"/>
              <a:t> of </a:t>
            </a:r>
            <a:r>
              <a:rPr lang="es-ES" sz="1400" dirty="0" err="1" smtClean="0"/>
              <a:t>the</a:t>
            </a:r>
            <a:r>
              <a:rPr lang="es-ES" sz="1400" dirty="0" smtClean="0"/>
              <a:t> </a:t>
            </a:r>
            <a:r>
              <a:rPr lang="es-ES" sz="1400" dirty="0" err="1" smtClean="0"/>
              <a:t>actions</a:t>
            </a:r>
            <a:r>
              <a:rPr lang="es-ES" sz="1400" dirty="0" smtClean="0"/>
              <a:t> plan and </a:t>
            </a:r>
            <a:r>
              <a:rPr lang="es-ES" sz="1400" dirty="0" err="1" smtClean="0"/>
              <a:t>updating</a:t>
            </a:r>
            <a:r>
              <a:rPr lang="es-ES" sz="1400" dirty="0" smtClean="0"/>
              <a:t> of </a:t>
            </a:r>
            <a:r>
              <a:rPr lang="es-ES" sz="1400" dirty="0" err="1" smtClean="0"/>
              <a:t>the</a:t>
            </a:r>
            <a:r>
              <a:rPr lang="es-ES" sz="1400" dirty="0" smtClean="0"/>
              <a:t> </a:t>
            </a:r>
            <a:r>
              <a:rPr lang="es-ES" sz="1400" dirty="0" err="1" smtClean="0"/>
              <a:t>documentation</a:t>
            </a:r>
            <a:r>
              <a:rPr lang="es-ES" sz="1400" dirty="0" smtClean="0"/>
              <a:t>.</a:t>
            </a:r>
          </a:p>
          <a:p>
            <a:pPr>
              <a:lnSpc>
                <a:spcPct val="150000"/>
              </a:lnSpc>
            </a:pPr>
            <a:r>
              <a:rPr lang="es-ES" b="1" dirty="0" smtClean="0"/>
              <a:t>6- </a:t>
            </a:r>
            <a:r>
              <a:rPr lang="es-ES" b="1" dirty="0" err="1" smtClean="0"/>
              <a:t>Attachments</a:t>
            </a:r>
            <a:r>
              <a:rPr lang="es-ES" b="1" dirty="0" smtClean="0"/>
              <a:t>: </a:t>
            </a:r>
            <a:r>
              <a:rPr lang="es-ES" sz="1400" dirty="0" err="1" smtClean="0"/>
              <a:t>documents</a:t>
            </a:r>
            <a:r>
              <a:rPr lang="es-ES" sz="1400" dirty="0" smtClean="0"/>
              <a:t> </a:t>
            </a:r>
            <a:r>
              <a:rPr lang="es-ES" sz="1400" dirty="0" err="1" smtClean="0"/>
              <a:t>considered</a:t>
            </a:r>
            <a:r>
              <a:rPr lang="es-ES" sz="1400" dirty="0" smtClean="0"/>
              <a:t> </a:t>
            </a:r>
            <a:r>
              <a:rPr lang="es-ES" sz="1400" dirty="0" err="1" smtClean="0"/>
              <a:t>needed</a:t>
            </a:r>
            <a:r>
              <a:rPr lang="es-ES" sz="1400" dirty="0" smtClean="0"/>
              <a:t> </a:t>
            </a:r>
            <a:r>
              <a:rPr lang="es-ES" sz="1400" dirty="0" err="1" smtClean="0"/>
              <a:t>to</a:t>
            </a:r>
            <a:r>
              <a:rPr lang="es-ES" sz="1400" dirty="0" smtClean="0"/>
              <a:t> </a:t>
            </a:r>
            <a:r>
              <a:rPr lang="es-ES" sz="1400" dirty="0" err="1" smtClean="0"/>
              <a:t>descrive</a:t>
            </a:r>
            <a:r>
              <a:rPr lang="es-ES" sz="1400" dirty="0" smtClean="0"/>
              <a:t> </a:t>
            </a:r>
            <a:r>
              <a:rPr lang="es-ES" sz="1400" dirty="0" err="1" smtClean="0"/>
              <a:t>the</a:t>
            </a:r>
            <a:r>
              <a:rPr lang="es-ES" sz="1400" dirty="0" smtClean="0"/>
              <a:t> </a:t>
            </a:r>
            <a:r>
              <a:rPr lang="es-ES" sz="1400" dirty="0" err="1" smtClean="0"/>
              <a:t>different</a:t>
            </a:r>
            <a:r>
              <a:rPr lang="es-ES" sz="1400" dirty="0" smtClean="0"/>
              <a:t> </a:t>
            </a:r>
            <a:r>
              <a:rPr lang="es-ES" sz="1400" dirty="0" err="1" smtClean="0"/>
              <a:t>phases</a:t>
            </a:r>
            <a:r>
              <a:rPr lang="es-ES" sz="1400" dirty="0" smtClean="0"/>
              <a:t>. </a:t>
            </a:r>
          </a:p>
          <a:p>
            <a:pPr>
              <a:lnSpc>
                <a:spcPct val="150000"/>
              </a:lnSpc>
            </a:pPr>
            <a:r>
              <a:rPr lang="es-ES" b="1" dirty="0" smtClean="0"/>
              <a:t>7- </a:t>
            </a:r>
            <a:r>
              <a:rPr lang="es-ES" b="1" dirty="0" err="1" smtClean="0"/>
              <a:t>Cost</a:t>
            </a:r>
            <a:r>
              <a:rPr lang="es-ES" b="1" dirty="0" smtClean="0"/>
              <a:t>: </a:t>
            </a:r>
            <a:r>
              <a:rPr lang="es-ES" sz="1400" dirty="0" err="1" smtClean="0"/>
              <a:t>Costs</a:t>
            </a:r>
            <a:r>
              <a:rPr lang="es-ES" sz="1400" dirty="0" smtClean="0"/>
              <a:t> of </a:t>
            </a:r>
            <a:r>
              <a:rPr lang="es-ES" sz="1400" dirty="0" err="1" smtClean="0"/>
              <a:t>the</a:t>
            </a:r>
            <a:r>
              <a:rPr lang="es-ES" sz="1400" dirty="0" smtClean="0"/>
              <a:t> </a:t>
            </a:r>
            <a:r>
              <a:rPr lang="es-ES" sz="1400" dirty="0" err="1" smtClean="0"/>
              <a:t>Nc.</a:t>
            </a:r>
            <a:endParaRPr lang="es-ES" dirty="0"/>
          </a:p>
        </p:txBody>
      </p:sp>
      <p:pic>
        <p:nvPicPr>
          <p:cNvPr id="1026" name="Picture 2"/>
          <p:cNvPicPr>
            <a:picLocks noGrp="1" noChangeAspect="1" noChangeArrowheads="1"/>
          </p:cNvPicPr>
          <p:nvPr>
            <p:ph idx="1"/>
          </p:nvPr>
        </p:nvPicPr>
        <p:blipFill>
          <a:blip r:embed="rId3" cstate="print"/>
          <a:srcRect/>
          <a:stretch>
            <a:fillRect/>
          </a:stretch>
        </p:blipFill>
        <p:spPr bwMode="auto">
          <a:xfrm>
            <a:off x="467544" y="1476095"/>
            <a:ext cx="8136904" cy="468113"/>
          </a:xfrm>
          <a:prstGeom prst="rect">
            <a:avLst/>
          </a:prstGeom>
          <a:noFill/>
          <a:ln w="19050">
            <a:solidFill>
              <a:schemeClr val="tx1"/>
            </a:solid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9248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s-ES" sz="3200" dirty="0" smtClean="0"/>
              <a:t>2</a:t>
            </a:r>
            <a:r>
              <a:rPr kumimoji="0" lang="es-ES" sz="3200" b="0" i="0" u="none" strike="noStrike" kern="1200" cap="none" spc="0" normalizeH="0" baseline="0" noProof="0" dirty="0" smtClean="0">
                <a:ln>
                  <a:noFill/>
                </a:ln>
                <a:solidFill>
                  <a:schemeClr val="tx1"/>
                </a:solidFill>
                <a:effectLst/>
                <a:uLnTx/>
                <a:uFillTx/>
                <a:latin typeface="+mn-lt"/>
                <a:ea typeface="+mn-ea"/>
                <a:cs typeface="+mn-cs"/>
              </a:rPr>
              <a:t>. FLOW CHART</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62064" y="1844477"/>
            <a:ext cx="4752528" cy="4752528"/>
          </a:xfrm>
          <a:prstGeom prst="flowChartConnector">
            <a:avLst/>
          </a:prstGeom>
          <a:noFill/>
        </p:spPr>
      </p:pic>
      <p:graphicFrame>
        <p:nvGraphicFramePr>
          <p:cNvPr id="5" name="4 Marcador de contenido"/>
          <p:cNvGraphicFramePr>
            <a:graphicFrameLocks noGrp="1"/>
          </p:cNvGraphicFramePr>
          <p:nvPr>
            <p:ph idx="1"/>
          </p:nvPr>
        </p:nvGraphicFramePr>
        <p:xfrm>
          <a:off x="467544" y="1412776"/>
          <a:ext cx="8229600" cy="5145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2.1 </a:t>
            </a:r>
            <a:r>
              <a:rPr lang="es-ES" b="1" dirty="0" err="1" smtClean="0"/>
              <a:t>Flow</a:t>
            </a:r>
            <a:r>
              <a:rPr lang="es-ES" b="1" dirty="0" smtClean="0"/>
              <a:t> Chart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 Grupo"/>
          <p:cNvGrpSpPr/>
          <p:nvPr/>
        </p:nvGrpSpPr>
        <p:grpSpPr>
          <a:xfrm>
            <a:off x="1043608" y="2132856"/>
            <a:ext cx="1080120" cy="576064"/>
            <a:chOff x="213656" y="2280"/>
            <a:chExt cx="1663600" cy="998160"/>
          </a:xfrm>
        </p:grpSpPr>
        <p:sp>
          <p:nvSpPr>
            <p:cNvPr id="13" name="12 Rectángulo"/>
            <p:cNvSpPr/>
            <p:nvPr/>
          </p:nvSpPr>
          <p:spPr>
            <a:xfrm>
              <a:off x="213656"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13 Rectángulo"/>
            <p:cNvSpPr/>
            <p:nvPr/>
          </p:nvSpPr>
          <p:spPr>
            <a:xfrm>
              <a:off x="213656"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Create</a:t>
              </a:r>
              <a:r>
                <a:rPr lang="es-ES" sz="1100" b="1" kern="1200" dirty="0" smtClean="0"/>
                <a:t> </a:t>
              </a:r>
              <a:r>
                <a:rPr lang="es-ES" sz="1100" b="1" kern="1200" dirty="0" err="1" smtClean="0"/>
                <a:t>the</a:t>
              </a:r>
              <a:r>
                <a:rPr lang="es-ES" sz="1100" b="1" kern="1200" dirty="0" smtClean="0"/>
                <a:t> NC, </a:t>
              </a:r>
              <a:r>
                <a:rPr lang="es-ES" sz="1100" b="1" kern="1200" dirty="0" err="1" smtClean="0"/>
                <a:t>preliminary</a:t>
              </a:r>
              <a:r>
                <a:rPr lang="es-ES" sz="1100" b="1" kern="1200" dirty="0" smtClean="0"/>
                <a:t> </a:t>
              </a:r>
              <a:r>
                <a:rPr lang="es-ES" sz="1100" b="1" kern="1200" dirty="0" err="1" smtClean="0"/>
                <a:t>meeting</a:t>
              </a:r>
              <a:endParaRPr lang="es-ES" sz="1100" b="1" kern="1200" dirty="0"/>
            </a:p>
          </p:txBody>
        </p:sp>
      </p:grpSp>
      <p:grpSp>
        <p:nvGrpSpPr>
          <p:cNvPr id="3" name="3 Grupo"/>
          <p:cNvGrpSpPr/>
          <p:nvPr/>
        </p:nvGrpSpPr>
        <p:grpSpPr>
          <a:xfrm>
            <a:off x="2411760" y="2276872"/>
            <a:ext cx="576064" cy="355064"/>
            <a:chOff x="2259885" y="2280"/>
            <a:chExt cx="1663600" cy="998160"/>
          </a:xfrm>
        </p:grpSpPr>
        <p:sp>
          <p:nvSpPr>
            <p:cNvPr id="11" name="10 Rectángulo"/>
            <p:cNvSpPr/>
            <p:nvPr/>
          </p:nvSpPr>
          <p:spPr>
            <a:xfrm>
              <a:off x="2259885" y="2280"/>
              <a:ext cx="1663600" cy="998160"/>
            </a:xfrm>
            <a:prstGeom prst="rect">
              <a:avLst/>
            </a:prstGeom>
            <a:ln>
              <a:solidFill>
                <a:schemeClr val="tx1"/>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11 Rectángulo"/>
            <p:cNvSpPr/>
            <p:nvPr/>
          </p:nvSpPr>
          <p:spPr>
            <a:xfrm>
              <a:off x="2259885" y="2280"/>
              <a:ext cx="1663600" cy="998160"/>
            </a:xfrm>
            <a:prstGeom prst="rect">
              <a:avLst/>
            </a:prstGeom>
            <a:ln>
              <a:solidFill>
                <a:schemeClr val="tx1"/>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Notify</a:t>
              </a:r>
              <a:r>
                <a:rPr lang="es-ES" sz="1100" b="1" kern="1200" dirty="0" smtClean="0"/>
                <a:t> </a:t>
              </a:r>
              <a:r>
                <a:rPr lang="es-ES" sz="1100" b="1" kern="1200" dirty="0" err="1" smtClean="0"/>
                <a:t>the</a:t>
              </a:r>
              <a:r>
                <a:rPr lang="es-ES" sz="1100" b="1" kern="1200" dirty="0" smtClean="0"/>
                <a:t> </a:t>
              </a:r>
              <a:r>
                <a:rPr lang="es-ES" sz="1100" b="1" kern="1200" dirty="0"/>
                <a:t>NC</a:t>
              </a:r>
              <a:r>
                <a:rPr lang="es-ES" sz="1100" kern="1200" dirty="0"/>
                <a:t>  </a:t>
              </a:r>
              <a:endParaRPr lang="es-ES" sz="1100" kern="1200" dirty="0" smtClean="0"/>
            </a:p>
          </p:txBody>
        </p:sp>
      </p:grpSp>
      <p:grpSp>
        <p:nvGrpSpPr>
          <p:cNvPr id="4" name="4 Grupo"/>
          <p:cNvGrpSpPr/>
          <p:nvPr/>
        </p:nvGrpSpPr>
        <p:grpSpPr>
          <a:xfrm>
            <a:off x="4572000" y="2420888"/>
            <a:ext cx="1008112" cy="427072"/>
            <a:chOff x="4306114" y="2280"/>
            <a:chExt cx="1663600" cy="998160"/>
          </a:xfrm>
        </p:grpSpPr>
        <p:sp>
          <p:nvSpPr>
            <p:cNvPr id="9" name="8 Rectángulo"/>
            <p:cNvSpPr/>
            <p:nvPr/>
          </p:nvSpPr>
          <p:spPr>
            <a:xfrm>
              <a:off x="4306114"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9 Rectángulo"/>
            <p:cNvSpPr/>
            <p:nvPr/>
          </p:nvSpPr>
          <p:spPr>
            <a:xfrm>
              <a:off x="4306114"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Fill</a:t>
              </a:r>
              <a:r>
                <a:rPr lang="es-ES" sz="1100" b="1" kern="1200" dirty="0" smtClean="0"/>
                <a:t> in of </a:t>
              </a:r>
              <a:r>
                <a:rPr lang="es-ES" sz="1100" b="1" kern="1200" dirty="0" err="1" smtClean="0"/>
                <a:t>the</a:t>
              </a:r>
              <a:r>
                <a:rPr lang="es-ES" sz="1100" b="1" kern="1200" dirty="0" smtClean="0"/>
                <a:t> </a:t>
              </a:r>
              <a:r>
                <a:rPr lang="es-ES" sz="1100" b="1" kern="1200" dirty="0" err="1" smtClean="0"/>
                <a:t>Phase</a:t>
              </a:r>
              <a:r>
                <a:rPr lang="es-ES" sz="1100" b="1" kern="1200" dirty="0" smtClean="0"/>
                <a:t> 2-4</a:t>
              </a:r>
              <a:endParaRPr lang="es-ES" sz="1100" b="1" kern="1200" dirty="0"/>
            </a:p>
          </p:txBody>
        </p:sp>
      </p:grpSp>
      <p:grpSp>
        <p:nvGrpSpPr>
          <p:cNvPr id="5" name="5 Grupo"/>
          <p:cNvGrpSpPr/>
          <p:nvPr/>
        </p:nvGrpSpPr>
        <p:grpSpPr>
          <a:xfrm>
            <a:off x="5940152" y="2420888"/>
            <a:ext cx="1074825" cy="427072"/>
            <a:chOff x="6352343" y="2280"/>
            <a:chExt cx="1663600" cy="998160"/>
          </a:xfrm>
        </p:grpSpPr>
        <p:sp>
          <p:nvSpPr>
            <p:cNvPr id="7" name="6 Rectángulo"/>
            <p:cNvSpPr/>
            <p:nvPr/>
          </p:nvSpPr>
          <p:spPr>
            <a:xfrm>
              <a:off x="6352343"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8" name="7 Rectángulo"/>
            <p:cNvSpPr/>
            <p:nvPr/>
          </p:nvSpPr>
          <p:spPr>
            <a:xfrm>
              <a:off x="6352343"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Approval</a:t>
              </a:r>
              <a:r>
                <a:rPr lang="es-ES" sz="1100" b="1" kern="1200" dirty="0" smtClean="0"/>
                <a:t> </a:t>
              </a:r>
              <a:r>
                <a:rPr lang="es-ES" sz="1100" b="1" kern="1200" dirty="0" err="1" smtClean="0"/>
                <a:t>Request</a:t>
              </a:r>
              <a:endParaRPr lang="es-ES" sz="1100" b="1" kern="1200" dirty="0"/>
            </a:p>
          </p:txBody>
        </p:sp>
      </p:grpSp>
      <p:grpSp>
        <p:nvGrpSpPr>
          <p:cNvPr id="6" name="14 Grupo"/>
          <p:cNvGrpSpPr/>
          <p:nvPr/>
        </p:nvGrpSpPr>
        <p:grpSpPr>
          <a:xfrm>
            <a:off x="323528" y="1628800"/>
            <a:ext cx="1062827" cy="355064"/>
            <a:chOff x="2259885" y="2280"/>
            <a:chExt cx="1663600" cy="998160"/>
          </a:xfrm>
        </p:grpSpPr>
        <p:sp>
          <p:nvSpPr>
            <p:cNvPr id="16" name="15 Rectángulo"/>
            <p:cNvSpPr/>
            <p:nvPr/>
          </p:nvSpPr>
          <p:spPr>
            <a:xfrm>
              <a:off x="2259885"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16 Rectángulo"/>
            <p:cNvSpPr/>
            <p:nvPr/>
          </p:nvSpPr>
          <p:spPr>
            <a:xfrm>
              <a:off x="2259885"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Detection</a:t>
              </a:r>
              <a:endParaRPr lang="es-ES" sz="1100" kern="1200" dirty="0" smtClean="0"/>
            </a:p>
          </p:txBody>
        </p:sp>
      </p:grpSp>
      <p:grpSp>
        <p:nvGrpSpPr>
          <p:cNvPr id="15" name="21 Grupo"/>
          <p:cNvGrpSpPr/>
          <p:nvPr/>
        </p:nvGrpSpPr>
        <p:grpSpPr>
          <a:xfrm>
            <a:off x="3275856" y="2204864"/>
            <a:ext cx="936104" cy="261610"/>
            <a:chOff x="3131840" y="1484784"/>
            <a:chExt cx="936104" cy="261610"/>
          </a:xfrm>
        </p:grpSpPr>
        <p:pic>
          <p:nvPicPr>
            <p:cNvPr id="18" name="Picture 14"/>
            <p:cNvPicPr>
              <a:picLocks noChangeAspect="1" noChangeArrowheads="1"/>
            </p:cNvPicPr>
            <p:nvPr/>
          </p:nvPicPr>
          <p:blipFill>
            <a:blip r:embed="rId2" cstate="print"/>
            <a:srcRect/>
            <a:stretch>
              <a:fillRect/>
            </a:stretch>
          </p:blipFill>
          <p:spPr bwMode="auto">
            <a:xfrm>
              <a:off x="3131840" y="1556792"/>
              <a:ext cx="238125" cy="171450"/>
            </a:xfrm>
            <a:prstGeom prst="rect">
              <a:avLst/>
            </a:prstGeom>
            <a:noFill/>
            <a:ln w="9525">
              <a:noFill/>
              <a:miter lim="800000"/>
              <a:headEnd/>
              <a:tailEnd/>
            </a:ln>
          </p:spPr>
        </p:pic>
        <p:sp>
          <p:nvSpPr>
            <p:cNvPr id="20" name="19 CuadroTexto"/>
            <p:cNvSpPr txBox="1"/>
            <p:nvPr/>
          </p:nvSpPr>
          <p:spPr>
            <a:xfrm>
              <a:off x="3347864" y="1484784"/>
              <a:ext cx="720080" cy="261610"/>
            </a:xfrm>
            <a:prstGeom prst="rect">
              <a:avLst/>
            </a:prstGeom>
            <a:noFill/>
          </p:spPr>
          <p:txBody>
            <a:bodyPr wrap="square" rtlCol="0">
              <a:spAutoFit/>
            </a:bodyPr>
            <a:lstStyle/>
            <a:p>
              <a:r>
                <a:rPr lang="es-ES" sz="1100" b="1" dirty="0" err="1" smtClean="0">
                  <a:solidFill>
                    <a:schemeClr val="dk1">
                      <a:hueOff val="0"/>
                      <a:satOff val="0"/>
                      <a:lumOff val="0"/>
                      <a:alphaOff val="0"/>
                    </a:schemeClr>
                  </a:solidFill>
                </a:rPr>
                <a:t>Pursuer</a:t>
              </a:r>
              <a:endParaRPr lang="es-ES" sz="1100" b="1" dirty="0" smtClean="0">
                <a:solidFill>
                  <a:schemeClr val="dk1">
                    <a:hueOff val="0"/>
                    <a:satOff val="0"/>
                    <a:lumOff val="0"/>
                    <a:alphaOff val="0"/>
                  </a:schemeClr>
                </a:solidFill>
              </a:endParaRPr>
            </a:p>
          </p:txBody>
        </p:sp>
      </p:grpSp>
      <p:grpSp>
        <p:nvGrpSpPr>
          <p:cNvPr id="22" name="22 Grupo"/>
          <p:cNvGrpSpPr/>
          <p:nvPr/>
        </p:nvGrpSpPr>
        <p:grpSpPr>
          <a:xfrm>
            <a:off x="3275856" y="2420888"/>
            <a:ext cx="1143744" cy="261610"/>
            <a:chOff x="3131840" y="1844824"/>
            <a:chExt cx="1143744" cy="261610"/>
          </a:xfrm>
        </p:grpSpPr>
        <p:pic>
          <p:nvPicPr>
            <p:cNvPr id="19" name="Picture 14"/>
            <p:cNvPicPr>
              <a:picLocks noChangeAspect="1" noChangeArrowheads="1"/>
            </p:cNvPicPr>
            <p:nvPr/>
          </p:nvPicPr>
          <p:blipFill>
            <a:blip r:embed="rId2" cstate="print"/>
            <a:srcRect/>
            <a:stretch>
              <a:fillRect/>
            </a:stretch>
          </p:blipFill>
          <p:spPr bwMode="auto">
            <a:xfrm>
              <a:off x="3131840" y="1916832"/>
              <a:ext cx="238125" cy="171450"/>
            </a:xfrm>
            <a:prstGeom prst="rect">
              <a:avLst/>
            </a:prstGeom>
            <a:noFill/>
            <a:ln w="9525">
              <a:noFill/>
              <a:miter lim="800000"/>
              <a:headEnd/>
              <a:tailEnd/>
            </a:ln>
          </p:spPr>
        </p:pic>
        <p:sp>
          <p:nvSpPr>
            <p:cNvPr id="21" name="20 CuadroTexto"/>
            <p:cNvSpPr txBox="1"/>
            <p:nvPr/>
          </p:nvSpPr>
          <p:spPr>
            <a:xfrm>
              <a:off x="3347864" y="1844824"/>
              <a:ext cx="927720" cy="261610"/>
            </a:xfrm>
            <a:prstGeom prst="rect">
              <a:avLst/>
            </a:prstGeom>
            <a:noFill/>
          </p:spPr>
          <p:txBody>
            <a:bodyPr wrap="square" rtlCol="0">
              <a:spAutoFit/>
            </a:bodyPr>
            <a:lstStyle/>
            <a:p>
              <a:r>
                <a:rPr lang="es-ES" sz="1100" b="1" dirty="0" err="1" smtClean="0">
                  <a:solidFill>
                    <a:schemeClr val="dk1">
                      <a:hueOff val="0"/>
                      <a:satOff val="0"/>
                      <a:lumOff val="0"/>
                      <a:alphaOff val="0"/>
                    </a:schemeClr>
                  </a:solidFill>
                </a:rPr>
                <a:t>Responsible</a:t>
              </a:r>
              <a:endParaRPr lang="es-ES" sz="1100" b="1" dirty="0" smtClean="0">
                <a:solidFill>
                  <a:schemeClr val="dk1">
                    <a:hueOff val="0"/>
                    <a:satOff val="0"/>
                    <a:lumOff val="0"/>
                    <a:alphaOff val="0"/>
                  </a:schemeClr>
                </a:solidFill>
              </a:endParaRPr>
            </a:p>
          </p:txBody>
        </p:sp>
      </p:grpSp>
      <p:grpSp>
        <p:nvGrpSpPr>
          <p:cNvPr id="23" name="23 Grupo"/>
          <p:cNvGrpSpPr/>
          <p:nvPr/>
        </p:nvGrpSpPr>
        <p:grpSpPr>
          <a:xfrm>
            <a:off x="7164288" y="2636912"/>
            <a:ext cx="1143744" cy="261610"/>
            <a:chOff x="3131840" y="1844824"/>
            <a:chExt cx="1143744" cy="261610"/>
          </a:xfrm>
        </p:grpSpPr>
        <p:pic>
          <p:nvPicPr>
            <p:cNvPr id="25" name="Picture 14"/>
            <p:cNvPicPr>
              <a:picLocks noChangeAspect="1" noChangeArrowheads="1"/>
            </p:cNvPicPr>
            <p:nvPr/>
          </p:nvPicPr>
          <p:blipFill>
            <a:blip r:embed="rId2" cstate="print"/>
            <a:srcRect/>
            <a:stretch>
              <a:fillRect/>
            </a:stretch>
          </p:blipFill>
          <p:spPr bwMode="auto">
            <a:xfrm>
              <a:off x="3131840" y="1916832"/>
              <a:ext cx="238125" cy="171450"/>
            </a:xfrm>
            <a:prstGeom prst="rect">
              <a:avLst/>
            </a:prstGeom>
            <a:noFill/>
            <a:ln w="9525">
              <a:noFill/>
              <a:miter lim="800000"/>
              <a:headEnd/>
              <a:tailEnd/>
            </a:ln>
          </p:spPr>
        </p:pic>
        <p:sp>
          <p:nvSpPr>
            <p:cNvPr id="26" name="25 CuadroTexto"/>
            <p:cNvSpPr txBox="1"/>
            <p:nvPr/>
          </p:nvSpPr>
          <p:spPr>
            <a:xfrm>
              <a:off x="3347864" y="1844824"/>
              <a:ext cx="927720" cy="261610"/>
            </a:xfrm>
            <a:prstGeom prst="rect">
              <a:avLst/>
            </a:prstGeom>
            <a:noFill/>
          </p:spPr>
          <p:txBody>
            <a:bodyPr wrap="square" rtlCol="0">
              <a:spAutoFit/>
            </a:bodyPr>
            <a:lstStyle/>
            <a:p>
              <a:r>
                <a:rPr lang="es-ES" sz="1100" b="1" dirty="0" err="1" smtClean="0">
                  <a:solidFill>
                    <a:schemeClr val="dk1">
                      <a:hueOff val="0"/>
                      <a:satOff val="0"/>
                      <a:lumOff val="0"/>
                      <a:alphaOff val="0"/>
                    </a:schemeClr>
                  </a:solidFill>
                </a:rPr>
                <a:t>Pursuer</a:t>
              </a:r>
              <a:endParaRPr lang="es-ES" sz="1100" b="1" dirty="0" smtClean="0">
                <a:solidFill>
                  <a:schemeClr val="dk1">
                    <a:hueOff val="0"/>
                    <a:satOff val="0"/>
                    <a:lumOff val="0"/>
                    <a:alphaOff val="0"/>
                  </a:schemeClr>
                </a:solidFill>
              </a:endParaRPr>
            </a:p>
          </p:txBody>
        </p:sp>
      </p:grpSp>
      <p:grpSp>
        <p:nvGrpSpPr>
          <p:cNvPr id="27" name="29 Grupo"/>
          <p:cNvGrpSpPr/>
          <p:nvPr/>
        </p:nvGrpSpPr>
        <p:grpSpPr>
          <a:xfrm>
            <a:off x="7092280" y="3140968"/>
            <a:ext cx="1224136" cy="648072"/>
            <a:chOff x="6352343" y="2280"/>
            <a:chExt cx="1663600" cy="998160"/>
          </a:xfrm>
        </p:grpSpPr>
        <p:sp>
          <p:nvSpPr>
            <p:cNvPr id="31" name="30 Rectángulo"/>
            <p:cNvSpPr/>
            <p:nvPr/>
          </p:nvSpPr>
          <p:spPr>
            <a:xfrm>
              <a:off x="6352343" y="2280"/>
              <a:ext cx="1663600" cy="998160"/>
            </a:xfrm>
            <a:prstGeom prst="flowChartDecision">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2" name="31 Rectángulo"/>
            <p:cNvSpPr/>
            <p:nvPr/>
          </p:nvSpPr>
          <p:spPr>
            <a:xfrm>
              <a:off x="6352343" y="2280"/>
              <a:ext cx="1663600" cy="998160"/>
            </a:xfrm>
            <a:prstGeom prst="flowChartDecision">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800" b="1" kern="1200" dirty="0" err="1" smtClean="0"/>
                <a:t>Approved</a:t>
              </a:r>
              <a:endParaRPr lang="es-ES" sz="800" b="1" kern="1200" dirty="0"/>
            </a:p>
          </p:txBody>
        </p:sp>
      </p:grpSp>
      <p:grpSp>
        <p:nvGrpSpPr>
          <p:cNvPr id="33" name="35 Grupo"/>
          <p:cNvGrpSpPr/>
          <p:nvPr/>
        </p:nvGrpSpPr>
        <p:grpSpPr>
          <a:xfrm>
            <a:off x="5292080" y="3356992"/>
            <a:ext cx="1102221" cy="261610"/>
            <a:chOff x="3347864" y="1844824"/>
            <a:chExt cx="1102221" cy="261610"/>
          </a:xfrm>
        </p:grpSpPr>
        <p:pic>
          <p:nvPicPr>
            <p:cNvPr id="37" name="Picture 14"/>
            <p:cNvPicPr>
              <a:picLocks noChangeAspect="1" noChangeArrowheads="1"/>
            </p:cNvPicPr>
            <p:nvPr/>
          </p:nvPicPr>
          <p:blipFill>
            <a:blip r:embed="rId2" cstate="print"/>
            <a:srcRect/>
            <a:stretch>
              <a:fillRect/>
            </a:stretch>
          </p:blipFill>
          <p:spPr bwMode="auto">
            <a:xfrm>
              <a:off x="4211960" y="1916832"/>
              <a:ext cx="238125" cy="171450"/>
            </a:xfrm>
            <a:prstGeom prst="rect">
              <a:avLst/>
            </a:prstGeom>
            <a:noFill/>
            <a:ln w="9525">
              <a:noFill/>
              <a:miter lim="800000"/>
              <a:headEnd/>
              <a:tailEnd/>
            </a:ln>
          </p:spPr>
        </p:pic>
        <p:sp>
          <p:nvSpPr>
            <p:cNvPr id="38" name="37 CuadroTexto"/>
            <p:cNvSpPr txBox="1"/>
            <p:nvPr/>
          </p:nvSpPr>
          <p:spPr>
            <a:xfrm>
              <a:off x="3347864" y="1844824"/>
              <a:ext cx="927720" cy="261610"/>
            </a:xfrm>
            <a:prstGeom prst="rect">
              <a:avLst/>
            </a:prstGeom>
            <a:noFill/>
          </p:spPr>
          <p:txBody>
            <a:bodyPr wrap="square" rtlCol="0">
              <a:spAutoFit/>
            </a:bodyPr>
            <a:lstStyle/>
            <a:p>
              <a:r>
                <a:rPr lang="es-ES" sz="1100" b="1" dirty="0" err="1" smtClean="0">
                  <a:solidFill>
                    <a:schemeClr val="dk1">
                      <a:hueOff val="0"/>
                      <a:satOff val="0"/>
                      <a:lumOff val="0"/>
                      <a:alphaOff val="0"/>
                    </a:schemeClr>
                  </a:solidFill>
                </a:rPr>
                <a:t>Responsible</a:t>
              </a:r>
              <a:endParaRPr lang="es-ES" sz="1100" b="1" dirty="0" smtClean="0">
                <a:solidFill>
                  <a:schemeClr val="dk1">
                    <a:hueOff val="0"/>
                    <a:satOff val="0"/>
                    <a:lumOff val="0"/>
                    <a:alphaOff val="0"/>
                  </a:schemeClr>
                </a:solidFill>
              </a:endParaRPr>
            </a:p>
          </p:txBody>
        </p:sp>
      </p:grpSp>
      <p:grpSp>
        <p:nvGrpSpPr>
          <p:cNvPr id="39" name="41 Grupo"/>
          <p:cNvGrpSpPr/>
          <p:nvPr/>
        </p:nvGrpSpPr>
        <p:grpSpPr>
          <a:xfrm>
            <a:off x="7164288" y="4149080"/>
            <a:ext cx="1102221" cy="261610"/>
            <a:chOff x="3347864" y="1844824"/>
            <a:chExt cx="1102221" cy="261610"/>
          </a:xfrm>
        </p:grpSpPr>
        <p:pic>
          <p:nvPicPr>
            <p:cNvPr id="43" name="Picture 14"/>
            <p:cNvPicPr>
              <a:picLocks noChangeAspect="1" noChangeArrowheads="1"/>
            </p:cNvPicPr>
            <p:nvPr/>
          </p:nvPicPr>
          <p:blipFill>
            <a:blip r:embed="rId2" cstate="print"/>
            <a:srcRect/>
            <a:stretch>
              <a:fillRect/>
            </a:stretch>
          </p:blipFill>
          <p:spPr bwMode="auto">
            <a:xfrm>
              <a:off x="4211960" y="1916832"/>
              <a:ext cx="238125" cy="171450"/>
            </a:xfrm>
            <a:prstGeom prst="rect">
              <a:avLst/>
            </a:prstGeom>
            <a:noFill/>
            <a:ln w="9525">
              <a:noFill/>
              <a:miter lim="800000"/>
              <a:headEnd/>
              <a:tailEnd/>
            </a:ln>
          </p:spPr>
        </p:pic>
        <p:sp>
          <p:nvSpPr>
            <p:cNvPr id="44" name="43 CuadroTexto"/>
            <p:cNvSpPr txBox="1"/>
            <p:nvPr/>
          </p:nvSpPr>
          <p:spPr>
            <a:xfrm>
              <a:off x="3347864" y="1844824"/>
              <a:ext cx="927720" cy="261610"/>
            </a:xfrm>
            <a:prstGeom prst="rect">
              <a:avLst/>
            </a:prstGeom>
            <a:noFill/>
          </p:spPr>
          <p:txBody>
            <a:bodyPr wrap="square" rtlCol="0">
              <a:spAutoFit/>
            </a:bodyPr>
            <a:lstStyle/>
            <a:p>
              <a:r>
                <a:rPr lang="es-ES" sz="1100" b="1" dirty="0" err="1" smtClean="0">
                  <a:solidFill>
                    <a:schemeClr val="dk1">
                      <a:hueOff val="0"/>
                      <a:satOff val="0"/>
                      <a:lumOff val="0"/>
                      <a:alphaOff val="0"/>
                    </a:schemeClr>
                  </a:solidFill>
                </a:rPr>
                <a:t>Responsible</a:t>
              </a:r>
              <a:endParaRPr lang="es-ES" sz="1100" b="1" dirty="0" smtClean="0">
                <a:solidFill>
                  <a:schemeClr val="dk1">
                    <a:hueOff val="0"/>
                    <a:satOff val="0"/>
                    <a:lumOff val="0"/>
                    <a:alphaOff val="0"/>
                  </a:schemeClr>
                </a:solidFill>
              </a:endParaRPr>
            </a:p>
          </p:txBody>
        </p:sp>
      </p:grpSp>
      <p:cxnSp>
        <p:nvCxnSpPr>
          <p:cNvPr id="49" name="48 Conector recto"/>
          <p:cNvCxnSpPr>
            <a:stCxn id="17" idx="2"/>
          </p:cNvCxnSpPr>
          <p:nvPr/>
        </p:nvCxnSpPr>
        <p:spPr>
          <a:xfrm flipH="1">
            <a:off x="827584" y="1983864"/>
            <a:ext cx="0" cy="43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51 Conector recto de flecha"/>
          <p:cNvCxnSpPr>
            <a:endCxn id="14" idx="1"/>
          </p:cNvCxnSpPr>
          <p:nvPr/>
        </p:nvCxnSpPr>
        <p:spPr>
          <a:xfrm>
            <a:off x="827584" y="2420888"/>
            <a:ext cx="21602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53 Conector recto de flecha"/>
          <p:cNvCxnSpPr>
            <a:stCxn id="14" idx="3"/>
            <a:endCxn id="12" idx="1"/>
          </p:cNvCxnSpPr>
          <p:nvPr/>
        </p:nvCxnSpPr>
        <p:spPr>
          <a:xfrm>
            <a:off x="2123728" y="2420888"/>
            <a:ext cx="28803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55 Conector recto de flecha"/>
          <p:cNvCxnSpPr/>
          <p:nvPr/>
        </p:nvCxnSpPr>
        <p:spPr>
          <a:xfrm>
            <a:off x="2987824" y="2492896"/>
            <a:ext cx="28803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57 Conector recto de flecha"/>
          <p:cNvCxnSpPr/>
          <p:nvPr/>
        </p:nvCxnSpPr>
        <p:spPr>
          <a:xfrm>
            <a:off x="4283968" y="2564904"/>
            <a:ext cx="28803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58 Conector recto de flecha"/>
          <p:cNvCxnSpPr>
            <a:stCxn id="10" idx="3"/>
          </p:cNvCxnSpPr>
          <p:nvPr/>
        </p:nvCxnSpPr>
        <p:spPr>
          <a:xfrm flipV="1">
            <a:off x="5580112" y="2564904"/>
            <a:ext cx="36004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61 Conector recto de flecha"/>
          <p:cNvCxnSpPr>
            <a:endCxn id="28" idx="1"/>
          </p:cNvCxnSpPr>
          <p:nvPr/>
        </p:nvCxnSpPr>
        <p:spPr>
          <a:xfrm>
            <a:off x="7020272" y="2492896"/>
            <a:ext cx="14401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62 Conector recto de flecha"/>
          <p:cNvCxnSpPr/>
          <p:nvPr/>
        </p:nvCxnSpPr>
        <p:spPr>
          <a:xfrm>
            <a:off x="7020272" y="2780928"/>
            <a:ext cx="14401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66 Conector recto de flecha"/>
          <p:cNvCxnSpPr>
            <a:stCxn id="32" idx="1"/>
          </p:cNvCxnSpPr>
          <p:nvPr/>
        </p:nvCxnSpPr>
        <p:spPr>
          <a:xfrm flipH="1">
            <a:off x="6444208" y="3465004"/>
            <a:ext cx="64807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68 Conector recto de flecha"/>
          <p:cNvCxnSpPr>
            <a:stCxn id="31" idx="2"/>
            <a:endCxn id="41" idx="0"/>
          </p:cNvCxnSpPr>
          <p:nvPr/>
        </p:nvCxnSpPr>
        <p:spPr>
          <a:xfrm>
            <a:off x="7704348" y="3789040"/>
            <a:ext cx="0" cy="28803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70 Conector recto de flecha"/>
          <p:cNvCxnSpPr>
            <a:stCxn id="32" idx="0"/>
          </p:cNvCxnSpPr>
          <p:nvPr/>
        </p:nvCxnSpPr>
        <p:spPr>
          <a:xfrm flipV="1">
            <a:off x="7704348" y="2852936"/>
            <a:ext cx="0" cy="288032"/>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3" name="72 Conector recto de flecha"/>
          <p:cNvCxnSpPr>
            <a:endCxn id="97" idx="0"/>
          </p:cNvCxnSpPr>
          <p:nvPr/>
        </p:nvCxnSpPr>
        <p:spPr>
          <a:xfrm>
            <a:off x="7740352" y="4437112"/>
            <a:ext cx="0" cy="10081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1" name="90 Rectángulo"/>
          <p:cNvSpPr/>
          <p:nvPr/>
        </p:nvSpPr>
        <p:spPr>
          <a:xfrm>
            <a:off x="4427984" y="2132856"/>
            <a:ext cx="4032448" cy="26642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2" name="91 CuadroTexto"/>
          <p:cNvSpPr txBox="1"/>
          <p:nvPr/>
        </p:nvSpPr>
        <p:spPr>
          <a:xfrm>
            <a:off x="5364088" y="1844824"/>
            <a:ext cx="2016224" cy="369332"/>
          </a:xfrm>
          <a:prstGeom prst="rect">
            <a:avLst/>
          </a:prstGeom>
          <a:noFill/>
        </p:spPr>
        <p:txBody>
          <a:bodyPr wrap="square" rtlCol="0">
            <a:spAutoFit/>
          </a:bodyPr>
          <a:lstStyle/>
          <a:p>
            <a:pPr algn="ctr"/>
            <a:r>
              <a:rPr lang="es-ES" dirty="0" smtClean="0"/>
              <a:t>Block</a:t>
            </a:r>
            <a:endParaRPr lang="es-ES" dirty="0"/>
          </a:p>
        </p:txBody>
      </p:sp>
      <p:grpSp>
        <p:nvGrpSpPr>
          <p:cNvPr id="42" name="94 Grupo"/>
          <p:cNvGrpSpPr/>
          <p:nvPr/>
        </p:nvGrpSpPr>
        <p:grpSpPr>
          <a:xfrm>
            <a:off x="7164288" y="5445224"/>
            <a:ext cx="1296144" cy="648072"/>
            <a:chOff x="4306114" y="2280"/>
            <a:chExt cx="1663600" cy="998160"/>
          </a:xfrm>
        </p:grpSpPr>
        <p:sp>
          <p:nvSpPr>
            <p:cNvPr id="96" name="95 Rectángulo"/>
            <p:cNvSpPr/>
            <p:nvPr/>
          </p:nvSpPr>
          <p:spPr>
            <a:xfrm>
              <a:off x="4306114"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97" name="96 Rectángulo"/>
            <p:cNvSpPr/>
            <p:nvPr/>
          </p:nvSpPr>
          <p:spPr>
            <a:xfrm>
              <a:off x="4306114"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Repeat</a:t>
              </a:r>
              <a:r>
                <a:rPr lang="es-ES" sz="1100" b="1" kern="1200" dirty="0" smtClean="0"/>
                <a:t> </a:t>
              </a:r>
              <a:r>
                <a:rPr lang="es-ES" sz="1100" b="1" kern="1200" dirty="0" err="1" smtClean="0"/>
                <a:t>the</a:t>
              </a:r>
              <a:r>
                <a:rPr lang="es-ES" sz="1100" b="1" kern="1200" dirty="0" smtClean="0"/>
                <a:t> Block </a:t>
              </a:r>
              <a:r>
                <a:rPr lang="es-ES" sz="1100" b="1" kern="1200" dirty="0" err="1" smtClean="0"/>
                <a:t>for</a:t>
              </a:r>
              <a:r>
                <a:rPr lang="es-ES" sz="1100" b="1" kern="1200" dirty="0" smtClean="0"/>
                <a:t> </a:t>
              </a:r>
              <a:r>
                <a:rPr lang="es-ES" sz="1100" b="1" kern="1200" dirty="0" err="1" smtClean="0"/>
                <a:t>the</a:t>
              </a:r>
              <a:r>
                <a:rPr lang="es-ES" sz="1100" b="1" kern="1200" dirty="0" smtClean="0"/>
                <a:t> </a:t>
              </a:r>
              <a:r>
                <a:rPr lang="es-ES" sz="1100" b="1" kern="1200" dirty="0" err="1" smtClean="0"/>
                <a:t>phases</a:t>
              </a:r>
              <a:r>
                <a:rPr lang="es-ES" sz="1100" b="1" kern="1200" dirty="0" smtClean="0"/>
                <a:t> 5-6 and 7-8</a:t>
              </a:r>
              <a:endParaRPr lang="es-ES" sz="1100" b="1" kern="1200" dirty="0"/>
            </a:p>
          </p:txBody>
        </p:sp>
      </p:grpSp>
      <p:cxnSp>
        <p:nvCxnSpPr>
          <p:cNvPr id="99" name="98 Conector recto"/>
          <p:cNvCxnSpPr>
            <a:stCxn id="38" idx="1"/>
          </p:cNvCxnSpPr>
          <p:nvPr/>
        </p:nvCxnSpPr>
        <p:spPr>
          <a:xfrm flipH="1">
            <a:off x="5004048" y="3487797"/>
            <a:ext cx="2880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100 Conector recto de flecha"/>
          <p:cNvCxnSpPr>
            <a:endCxn id="10" idx="2"/>
          </p:cNvCxnSpPr>
          <p:nvPr/>
        </p:nvCxnSpPr>
        <p:spPr>
          <a:xfrm flipV="1">
            <a:off x="5004048" y="2847960"/>
            <a:ext cx="0" cy="6530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102 Conector recto de flecha"/>
          <p:cNvCxnSpPr>
            <a:stCxn id="97" idx="1"/>
          </p:cNvCxnSpPr>
          <p:nvPr/>
        </p:nvCxnSpPr>
        <p:spPr>
          <a:xfrm flipH="1">
            <a:off x="6660232" y="5769260"/>
            <a:ext cx="50405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5" name="104 Grupo"/>
          <p:cNvGrpSpPr/>
          <p:nvPr/>
        </p:nvGrpSpPr>
        <p:grpSpPr>
          <a:xfrm>
            <a:off x="5652120" y="5589240"/>
            <a:ext cx="1008112" cy="427072"/>
            <a:chOff x="4306114" y="2280"/>
            <a:chExt cx="1663600" cy="998160"/>
          </a:xfrm>
        </p:grpSpPr>
        <p:sp>
          <p:nvSpPr>
            <p:cNvPr id="106" name="105 Rectángulo"/>
            <p:cNvSpPr/>
            <p:nvPr/>
          </p:nvSpPr>
          <p:spPr>
            <a:xfrm>
              <a:off x="4306114"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7" name="106 Rectángulo"/>
            <p:cNvSpPr/>
            <p:nvPr/>
          </p:nvSpPr>
          <p:spPr>
            <a:xfrm>
              <a:off x="4306114"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Costs</a:t>
              </a:r>
              <a:r>
                <a:rPr lang="es-ES" sz="1100" b="1" dirty="0" smtClean="0"/>
                <a:t> </a:t>
              </a:r>
              <a:r>
                <a:rPr lang="es-ES" sz="1100" b="1" kern="1200" dirty="0" smtClean="0"/>
                <a:t>Management</a:t>
              </a:r>
              <a:endParaRPr lang="es-ES" sz="1100" b="1" kern="1200" dirty="0"/>
            </a:p>
          </p:txBody>
        </p:sp>
      </p:grpSp>
      <p:grpSp>
        <p:nvGrpSpPr>
          <p:cNvPr id="46" name="109 Grupo"/>
          <p:cNvGrpSpPr/>
          <p:nvPr/>
        </p:nvGrpSpPr>
        <p:grpSpPr>
          <a:xfrm>
            <a:off x="4139952" y="5445224"/>
            <a:ext cx="1224136" cy="792088"/>
            <a:chOff x="213656" y="2280"/>
            <a:chExt cx="1663600" cy="998160"/>
          </a:xfrm>
        </p:grpSpPr>
        <p:sp>
          <p:nvSpPr>
            <p:cNvPr id="111" name="110 Rectángulo"/>
            <p:cNvSpPr/>
            <p:nvPr/>
          </p:nvSpPr>
          <p:spPr>
            <a:xfrm>
              <a:off x="213656" y="2280"/>
              <a:ext cx="1663600" cy="998160"/>
            </a:xfrm>
            <a:prstGeom prst="rect">
              <a:avLst/>
            </a:pr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12" name="111 Rectángulo"/>
            <p:cNvSpPr/>
            <p:nvPr/>
          </p:nvSpPr>
          <p:spPr>
            <a:xfrm>
              <a:off x="213656" y="2280"/>
              <a:ext cx="1663600" cy="99816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s-ES" sz="1100" b="1" kern="1200" dirty="0" err="1" smtClean="0"/>
                <a:t>Create</a:t>
              </a:r>
              <a:r>
                <a:rPr lang="es-ES" sz="1100" b="1" kern="1200" dirty="0" smtClean="0"/>
                <a:t> a </a:t>
              </a:r>
              <a:r>
                <a:rPr lang="es-ES" sz="1100" b="1" kern="1200" dirty="0" err="1" smtClean="0"/>
                <a:t>lesson</a:t>
              </a:r>
              <a:r>
                <a:rPr lang="es-ES" sz="1100" b="1" kern="1200" dirty="0" smtClean="0"/>
                <a:t> </a:t>
              </a:r>
              <a:r>
                <a:rPr lang="es-ES" sz="1100" b="1" kern="1200" dirty="0" err="1" smtClean="0"/>
                <a:t>learned</a:t>
              </a:r>
              <a:r>
                <a:rPr lang="es-ES" sz="1100" b="1" kern="1200" dirty="0" smtClean="0"/>
                <a:t> </a:t>
              </a:r>
              <a:r>
                <a:rPr lang="es-ES" sz="1100" b="1" kern="1200" dirty="0" err="1" smtClean="0"/>
                <a:t>if</a:t>
              </a:r>
              <a:r>
                <a:rPr lang="es-ES" sz="1100" b="1" kern="1200" dirty="0" smtClean="0"/>
                <a:t> </a:t>
              </a:r>
              <a:r>
                <a:rPr lang="es-ES" sz="1100" b="1" kern="1200" dirty="0" err="1" smtClean="0"/>
                <a:t>considered</a:t>
              </a:r>
              <a:r>
                <a:rPr lang="es-ES" sz="1100" b="1" kern="1200" dirty="0" smtClean="0"/>
                <a:t> </a:t>
              </a:r>
              <a:r>
                <a:rPr lang="es-ES" sz="1100" b="1" kern="1200" dirty="0" err="1" smtClean="0"/>
                <a:t>appropiate</a:t>
              </a:r>
              <a:endParaRPr lang="es-ES" sz="1100" b="1" kern="1200" dirty="0"/>
            </a:p>
          </p:txBody>
        </p:sp>
      </p:grpSp>
      <p:cxnSp>
        <p:nvCxnSpPr>
          <p:cNvPr id="114" name="113 Conector recto de flecha"/>
          <p:cNvCxnSpPr>
            <a:stCxn id="107" idx="1"/>
            <a:endCxn id="112" idx="3"/>
          </p:cNvCxnSpPr>
          <p:nvPr/>
        </p:nvCxnSpPr>
        <p:spPr>
          <a:xfrm flipH="1">
            <a:off x="5364088" y="5802776"/>
            <a:ext cx="28803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7"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2.1 </a:t>
            </a:r>
            <a:r>
              <a:rPr lang="es-ES" b="1" dirty="0" err="1" smtClean="0"/>
              <a:t>Flow</a:t>
            </a:r>
            <a:r>
              <a:rPr lang="es-ES" b="1" dirty="0" smtClean="0"/>
              <a:t> Chart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cxnSp>
        <p:nvCxnSpPr>
          <p:cNvPr id="75" name="74 Conector recto de flecha"/>
          <p:cNvCxnSpPr/>
          <p:nvPr/>
        </p:nvCxnSpPr>
        <p:spPr>
          <a:xfrm>
            <a:off x="6156176" y="4437112"/>
            <a:ext cx="0" cy="1152128"/>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0" y="2996952"/>
            <a:ext cx="9144000" cy="532656"/>
          </a:xfrm>
        </p:spPr>
        <p:txBody>
          <a:bodyPr/>
          <a:lstStyle/>
          <a:p>
            <a:pPr algn="ctr">
              <a:buNone/>
            </a:pPr>
            <a:r>
              <a:rPr lang="es-ES" dirty="0" smtClean="0"/>
              <a:t>3. PHASE 1: CREATE A NC</a:t>
            </a:r>
            <a:endParaRPr lang="es-E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323850" y="1340768"/>
            <a:ext cx="8504238" cy="4896544"/>
          </a:xfrm>
          <a:prstGeom prst="rect">
            <a:avLst/>
          </a:prstGeom>
          <a:noFill/>
          <a:ln w="9525">
            <a:noFill/>
            <a:miter lim="800000"/>
            <a:headEnd/>
            <a:tailEnd/>
          </a:ln>
        </p:spPr>
      </p:pic>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3.1 </a:t>
            </a:r>
            <a:r>
              <a:rPr lang="es-ES" sz="1800" b="1" dirty="0" err="1" smtClean="0"/>
              <a:t>Create</a:t>
            </a:r>
            <a:r>
              <a:rPr lang="es-ES" sz="1800" b="1" dirty="0" smtClean="0"/>
              <a:t>  NC</a:t>
            </a:r>
            <a:endParaRPr lang="es-ES" sz="1800" b="1" dirty="0"/>
          </a:p>
        </p:txBody>
      </p:sp>
      <p:sp>
        <p:nvSpPr>
          <p:cNvPr id="7" name="6 Elipse"/>
          <p:cNvSpPr/>
          <p:nvPr/>
        </p:nvSpPr>
        <p:spPr>
          <a:xfrm>
            <a:off x="251520" y="2204864"/>
            <a:ext cx="432048" cy="50405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899592" y="2420888"/>
            <a:ext cx="1728192" cy="369332"/>
          </a:xfrm>
          <a:prstGeom prst="rect">
            <a:avLst/>
          </a:prstGeom>
          <a:noFill/>
        </p:spPr>
        <p:txBody>
          <a:bodyPr wrap="square" rtlCol="0">
            <a:spAutoFit/>
          </a:bodyPr>
          <a:lstStyle/>
          <a:p>
            <a:r>
              <a:rPr lang="es-ES" dirty="0" err="1" smtClean="0">
                <a:solidFill>
                  <a:srgbClr val="0000FF"/>
                </a:solidFill>
              </a:rPr>
              <a:t>Create</a:t>
            </a:r>
            <a:r>
              <a:rPr lang="es-ES" dirty="0" smtClean="0">
                <a:solidFill>
                  <a:srgbClr val="0000FF"/>
                </a:solidFill>
              </a:rPr>
              <a:t> NC</a:t>
            </a:r>
            <a:endParaRPr lang="es-ES" dirty="0">
              <a:solidFill>
                <a:srgbClr val="0000FF"/>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122238" y="1196752"/>
            <a:ext cx="8842375" cy="5472608"/>
          </a:xfrm>
          <a:prstGeom prst="rect">
            <a:avLst/>
          </a:prstGeom>
          <a:noFill/>
          <a:ln w="9525">
            <a:noFill/>
            <a:miter lim="800000"/>
            <a:headEnd/>
            <a:tailEnd/>
          </a:ln>
        </p:spPr>
      </p:pic>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3.2 </a:t>
            </a:r>
            <a:r>
              <a:rPr lang="es-ES" sz="1800" b="1" dirty="0" err="1" smtClean="0"/>
              <a:t>Necessary</a:t>
            </a:r>
            <a:r>
              <a:rPr lang="es-ES" sz="1800" b="1" dirty="0" smtClean="0"/>
              <a:t> </a:t>
            </a:r>
            <a:r>
              <a:rPr lang="es-ES" sz="1800" b="1" dirty="0" err="1" smtClean="0"/>
              <a:t>fields</a:t>
            </a:r>
            <a:r>
              <a:rPr lang="es-ES" sz="1800" b="1" dirty="0" smtClean="0"/>
              <a:t> </a:t>
            </a:r>
            <a:r>
              <a:rPr lang="es-ES" sz="1800" b="1" dirty="0" err="1" smtClean="0"/>
              <a:t>for</a:t>
            </a:r>
            <a:r>
              <a:rPr lang="es-ES" sz="1800" b="1" dirty="0" smtClean="0"/>
              <a:t> </a:t>
            </a:r>
            <a:r>
              <a:rPr lang="es-ES" sz="1800" b="1" dirty="0" err="1" smtClean="0"/>
              <a:t>the</a:t>
            </a:r>
            <a:r>
              <a:rPr lang="es-ES" sz="1800" b="1" dirty="0" smtClean="0"/>
              <a:t> </a:t>
            </a:r>
            <a:r>
              <a:rPr lang="es-ES" sz="1800" b="1" dirty="0" err="1" smtClean="0"/>
              <a:t>notification</a:t>
            </a:r>
            <a:r>
              <a:rPr lang="es-ES" sz="1800" b="1" dirty="0" smtClean="0"/>
              <a:t> of </a:t>
            </a:r>
            <a:r>
              <a:rPr lang="es-ES" sz="1800" b="1" dirty="0" err="1" smtClean="0"/>
              <a:t>the</a:t>
            </a:r>
            <a:r>
              <a:rPr lang="es-ES" sz="1800" b="1" dirty="0" smtClean="0"/>
              <a:t> NC</a:t>
            </a:r>
            <a:endParaRPr lang="es-ES" sz="1800" b="1" dirty="0"/>
          </a:p>
        </p:txBody>
      </p:sp>
      <p:sp>
        <p:nvSpPr>
          <p:cNvPr id="6" name="5 Rectángulo"/>
          <p:cNvSpPr/>
          <p:nvPr/>
        </p:nvSpPr>
        <p:spPr>
          <a:xfrm>
            <a:off x="179512" y="1700808"/>
            <a:ext cx="864096" cy="64807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2843808" y="2348880"/>
            <a:ext cx="720080"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179512" y="4149080"/>
            <a:ext cx="432048" cy="57606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2195736" y="3645024"/>
            <a:ext cx="792088" cy="144016"/>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5868144" y="3645024"/>
            <a:ext cx="792088" cy="144016"/>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398393" y="1916113"/>
            <a:ext cx="2298839" cy="1817687"/>
          </a:xfrm>
          <a:prstGeom prst="rect">
            <a:avLst/>
          </a:prstGeom>
          <a:noFill/>
          <a:ln w="9525">
            <a:noFill/>
            <a:miter lim="800000"/>
            <a:headEnd/>
            <a:tailEnd/>
          </a:ln>
        </p:spPr>
      </p:pic>
      <p:sp>
        <p:nvSpPr>
          <p:cNvPr id="4" name="1 Título"/>
          <p:cNvSpPr>
            <a:spLocks noGrp="1"/>
          </p:cNvSpPr>
          <p:nvPr>
            <p:ph type="title" idx="4294967295"/>
          </p:nvPr>
        </p:nvSpPr>
        <p:spPr>
          <a:xfrm>
            <a:off x="323528" y="836712"/>
            <a:ext cx="8229600" cy="360040"/>
          </a:xfrm>
          <a:prstGeom prst="rect">
            <a:avLst/>
          </a:prstGeom>
        </p:spPr>
        <p:txBody>
          <a:bodyPr/>
          <a:lstStyle/>
          <a:p>
            <a:pPr algn="l"/>
            <a:r>
              <a:rPr lang="es-ES" sz="1800" b="1" dirty="0" smtClean="0"/>
              <a:t>3.3 </a:t>
            </a:r>
            <a:r>
              <a:rPr lang="es-ES" sz="1800" b="1" dirty="0" err="1" smtClean="0"/>
              <a:t>Fields</a:t>
            </a:r>
            <a:r>
              <a:rPr lang="es-ES" sz="1800" b="1" dirty="0" smtClean="0"/>
              <a:t> of </a:t>
            </a:r>
            <a:r>
              <a:rPr lang="es-ES" sz="1800" b="1" dirty="0" err="1" smtClean="0"/>
              <a:t>the</a:t>
            </a:r>
            <a:r>
              <a:rPr lang="es-ES" sz="1800" b="1" dirty="0" smtClean="0"/>
              <a:t> NC I</a:t>
            </a:r>
            <a:endParaRPr lang="es-ES" sz="1800" b="1" dirty="0"/>
          </a:p>
        </p:txBody>
      </p:sp>
      <p:sp>
        <p:nvSpPr>
          <p:cNvPr id="8" name="7 CuadroTexto"/>
          <p:cNvSpPr txBox="1"/>
          <p:nvPr/>
        </p:nvSpPr>
        <p:spPr>
          <a:xfrm>
            <a:off x="395536" y="2060848"/>
            <a:ext cx="288032" cy="369332"/>
          </a:xfrm>
          <a:prstGeom prst="rect">
            <a:avLst/>
          </a:prstGeom>
          <a:noFill/>
        </p:spPr>
        <p:txBody>
          <a:bodyPr wrap="square" rtlCol="0">
            <a:spAutoFit/>
          </a:bodyPr>
          <a:lstStyle/>
          <a:p>
            <a:r>
              <a:rPr lang="es-ES" dirty="0" smtClean="0">
                <a:solidFill>
                  <a:srgbClr val="0000FF"/>
                </a:solidFill>
              </a:rPr>
              <a:t>1</a:t>
            </a:r>
            <a:endParaRPr lang="es-ES" dirty="0">
              <a:solidFill>
                <a:srgbClr val="0000FF"/>
              </a:solidFill>
            </a:endParaRPr>
          </a:p>
        </p:txBody>
      </p:sp>
      <p:sp>
        <p:nvSpPr>
          <p:cNvPr id="11" name="10 CuadroTexto"/>
          <p:cNvSpPr txBox="1"/>
          <p:nvPr/>
        </p:nvSpPr>
        <p:spPr>
          <a:xfrm>
            <a:off x="5076056" y="1268760"/>
            <a:ext cx="3600400" cy="1323439"/>
          </a:xfrm>
          <a:prstGeom prst="rect">
            <a:avLst/>
          </a:prstGeom>
          <a:noFill/>
          <a:ln w="19050">
            <a:solidFill>
              <a:srgbClr val="0000FF"/>
            </a:solidFill>
          </a:ln>
        </p:spPr>
        <p:txBody>
          <a:bodyPr wrap="square" rtlCol="0">
            <a:spAutoFit/>
          </a:bodyPr>
          <a:lstStyle/>
          <a:p>
            <a:r>
              <a:rPr lang="en-US" sz="1600" dirty="0" smtClean="0"/>
              <a:t>The origin defines where has been identified the NC or to whom is opened.</a:t>
            </a:r>
          </a:p>
          <a:p>
            <a:r>
              <a:rPr lang="es-ES" sz="1600" dirty="0" smtClean="0"/>
              <a:t>-</a:t>
            </a:r>
            <a:r>
              <a:rPr lang="es-ES" sz="1600" dirty="0" err="1" smtClean="0"/>
              <a:t>Internally</a:t>
            </a:r>
            <a:endParaRPr lang="es-ES" sz="1600" dirty="0" smtClean="0"/>
          </a:p>
          <a:p>
            <a:r>
              <a:rPr lang="es-ES" sz="1600" dirty="0" smtClean="0"/>
              <a:t>-In BATZ </a:t>
            </a:r>
            <a:r>
              <a:rPr lang="es-ES" sz="1600" dirty="0" err="1" smtClean="0"/>
              <a:t>plant</a:t>
            </a:r>
            <a:endParaRPr lang="es-ES" sz="1600" dirty="0" smtClean="0"/>
          </a:p>
          <a:p>
            <a:r>
              <a:rPr lang="es-ES" sz="1600" dirty="0" smtClean="0"/>
              <a:t>-In </a:t>
            </a:r>
            <a:r>
              <a:rPr lang="es-ES" sz="1600" dirty="0" err="1" smtClean="0"/>
              <a:t>Supplier</a:t>
            </a:r>
            <a:endParaRPr lang="es-ES" sz="1600" dirty="0"/>
          </a:p>
        </p:txBody>
      </p:sp>
      <p:pic>
        <p:nvPicPr>
          <p:cNvPr id="3075" name="Picture 3"/>
          <p:cNvPicPr>
            <a:picLocks noChangeAspect="1" noChangeArrowheads="1"/>
          </p:cNvPicPr>
          <p:nvPr/>
        </p:nvPicPr>
        <p:blipFill>
          <a:blip r:embed="rId3" cstate="print"/>
          <a:srcRect/>
          <a:stretch>
            <a:fillRect/>
          </a:stretch>
        </p:blipFill>
        <p:spPr bwMode="auto">
          <a:xfrm>
            <a:off x="2987824" y="1988840"/>
            <a:ext cx="1802907" cy="1080120"/>
          </a:xfrm>
          <a:prstGeom prst="rect">
            <a:avLst/>
          </a:prstGeom>
          <a:noFill/>
          <a:ln w="9525">
            <a:noFill/>
            <a:miter lim="800000"/>
            <a:headEnd/>
            <a:tailEnd/>
          </a:ln>
        </p:spPr>
      </p:pic>
      <p:sp>
        <p:nvSpPr>
          <p:cNvPr id="9" name="8 CuadroTexto"/>
          <p:cNvSpPr txBox="1"/>
          <p:nvPr/>
        </p:nvSpPr>
        <p:spPr>
          <a:xfrm>
            <a:off x="2987824" y="2060848"/>
            <a:ext cx="288032" cy="369332"/>
          </a:xfrm>
          <a:prstGeom prst="rect">
            <a:avLst/>
          </a:prstGeom>
          <a:noFill/>
        </p:spPr>
        <p:txBody>
          <a:bodyPr wrap="square" rtlCol="0">
            <a:spAutoFit/>
          </a:bodyPr>
          <a:lstStyle/>
          <a:p>
            <a:r>
              <a:rPr lang="es-ES" dirty="0" smtClean="0">
                <a:solidFill>
                  <a:srgbClr val="0000FF"/>
                </a:solidFill>
              </a:rPr>
              <a:t>2</a:t>
            </a:r>
            <a:endParaRPr lang="es-ES" dirty="0">
              <a:solidFill>
                <a:srgbClr val="0000FF"/>
              </a:solidFill>
            </a:endParaRPr>
          </a:p>
        </p:txBody>
      </p:sp>
      <p:pic>
        <p:nvPicPr>
          <p:cNvPr id="3076" name="Picture 4"/>
          <p:cNvPicPr>
            <a:picLocks noChangeAspect="1" noChangeArrowheads="1"/>
          </p:cNvPicPr>
          <p:nvPr/>
        </p:nvPicPr>
        <p:blipFill>
          <a:blip r:embed="rId4" cstate="print"/>
          <a:srcRect/>
          <a:stretch>
            <a:fillRect/>
          </a:stretch>
        </p:blipFill>
        <p:spPr bwMode="auto">
          <a:xfrm>
            <a:off x="2987824" y="3356992"/>
            <a:ext cx="5983238" cy="3089438"/>
          </a:xfrm>
          <a:prstGeom prst="rect">
            <a:avLst/>
          </a:prstGeom>
          <a:noFill/>
          <a:ln w="9525">
            <a:noFill/>
            <a:miter lim="800000"/>
            <a:headEnd/>
            <a:tailEnd/>
          </a:ln>
        </p:spPr>
      </p:pic>
      <p:sp>
        <p:nvSpPr>
          <p:cNvPr id="10" name="9 CuadroTexto"/>
          <p:cNvSpPr txBox="1"/>
          <p:nvPr/>
        </p:nvSpPr>
        <p:spPr>
          <a:xfrm>
            <a:off x="3059832" y="3429000"/>
            <a:ext cx="288032" cy="369332"/>
          </a:xfrm>
          <a:prstGeom prst="rect">
            <a:avLst/>
          </a:prstGeom>
          <a:noFill/>
        </p:spPr>
        <p:txBody>
          <a:bodyPr wrap="square" rtlCol="0">
            <a:spAutoFit/>
          </a:bodyPr>
          <a:lstStyle/>
          <a:p>
            <a:r>
              <a:rPr lang="es-ES" dirty="0" smtClean="0">
                <a:solidFill>
                  <a:srgbClr val="0000FF"/>
                </a:solidFill>
              </a:rPr>
              <a:t>3</a:t>
            </a:r>
            <a:endParaRPr lang="es-ES" dirty="0">
              <a:solidFill>
                <a:srgbClr val="0000FF"/>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2"/>
          <p:cNvPicPr>
            <a:picLocks noChangeAspect="1" noChangeArrowheads="1"/>
          </p:cNvPicPr>
          <p:nvPr/>
        </p:nvPicPr>
        <p:blipFill>
          <a:blip r:embed="rId2" cstate="print"/>
          <a:srcRect/>
          <a:stretch>
            <a:fillRect/>
          </a:stretch>
        </p:blipFill>
        <p:spPr bwMode="auto">
          <a:xfrm>
            <a:off x="179512" y="1484784"/>
            <a:ext cx="8964488" cy="5231319"/>
          </a:xfrm>
          <a:prstGeom prst="rect">
            <a:avLst/>
          </a:prstGeom>
          <a:noFill/>
          <a:ln w="9525">
            <a:noFill/>
            <a:miter lim="800000"/>
            <a:headEnd/>
            <a:tailEnd/>
          </a:ln>
        </p:spPr>
      </p:pic>
      <p:sp>
        <p:nvSpPr>
          <p:cNvPr id="6"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3.3 </a:t>
            </a:r>
            <a:r>
              <a:rPr lang="es-ES" b="1" dirty="0" err="1" smtClean="0"/>
              <a:t>Fields</a:t>
            </a:r>
            <a:r>
              <a:rPr lang="es-ES" b="1" dirty="0" smtClean="0"/>
              <a:t> of </a:t>
            </a:r>
            <a:r>
              <a:rPr lang="es-ES" b="1" dirty="0" err="1" smtClean="0"/>
              <a:t>the</a:t>
            </a:r>
            <a:r>
              <a:rPr lang="es-ES" b="1" dirty="0" smtClean="0"/>
              <a:t> NC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8" name="7 Rectángulo"/>
          <p:cNvSpPr/>
          <p:nvPr/>
        </p:nvSpPr>
        <p:spPr>
          <a:xfrm>
            <a:off x="251520" y="2636912"/>
            <a:ext cx="1008112" cy="21602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3707904" y="2636912"/>
            <a:ext cx="360040" cy="216024"/>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3563888" y="1700808"/>
            <a:ext cx="5400600" cy="584775"/>
          </a:xfrm>
          <a:prstGeom prst="rect">
            <a:avLst/>
          </a:prstGeom>
          <a:noFill/>
          <a:ln w="19050">
            <a:solidFill>
              <a:srgbClr val="92D050"/>
            </a:solidFill>
          </a:ln>
        </p:spPr>
        <p:txBody>
          <a:bodyPr wrap="square" rtlCol="0">
            <a:spAutoFit/>
          </a:bodyPr>
          <a:lstStyle/>
          <a:p>
            <a:r>
              <a:rPr lang="en-US" sz="1600" dirty="0" smtClean="0"/>
              <a:t>When filling in the reference field, the product type and project fields are filled automatically .</a:t>
            </a:r>
            <a:endParaRPr lang="es-ES" sz="1600" dirty="0"/>
          </a:p>
        </p:txBody>
      </p:sp>
      <p:sp>
        <p:nvSpPr>
          <p:cNvPr id="11" name="10 CuadroTexto"/>
          <p:cNvSpPr txBox="1"/>
          <p:nvPr/>
        </p:nvSpPr>
        <p:spPr>
          <a:xfrm>
            <a:off x="2267744" y="1772816"/>
            <a:ext cx="1067095" cy="276999"/>
          </a:xfrm>
          <a:prstGeom prst="rect">
            <a:avLst/>
          </a:prstGeom>
          <a:noFill/>
        </p:spPr>
        <p:txBody>
          <a:bodyPr wrap="square" rtlCol="0">
            <a:spAutoFit/>
          </a:bodyPr>
          <a:lstStyle/>
          <a:p>
            <a:r>
              <a:rPr lang="es-ES" sz="1200" dirty="0" err="1" smtClean="0">
                <a:solidFill>
                  <a:srgbClr val="FF0066"/>
                </a:solidFill>
              </a:rPr>
              <a:t>Automatic</a:t>
            </a:r>
            <a:endParaRPr lang="es-ES" sz="1200" dirty="0">
              <a:solidFill>
                <a:srgbClr val="FF0066"/>
              </a:solidFill>
            </a:endParaRPr>
          </a:p>
        </p:txBody>
      </p:sp>
      <p:sp>
        <p:nvSpPr>
          <p:cNvPr id="12" name="11 Elipse"/>
          <p:cNvSpPr/>
          <p:nvPr/>
        </p:nvSpPr>
        <p:spPr>
          <a:xfrm>
            <a:off x="2267744" y="1772816"/>
            <a:ext cx="924815" cy="432048"/>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13 Conector recto de flecha"/>
          <p:cNvCxnSpPr>
            <a:endCxn id="8" idx="3"/>
          </p:cNvCxnSpPr>
          <p:nvPr/>
        </p:nvCxnSpPr>
        <p:spPr>
          <a:xfrm flipH="1">
            <a:off x="1259632" y="2132856"/>
            <a:ext cx="2304256" cy="612068"/>
          </a:xfrm>
          <a:prstGeom prst="straightConnector1">
            <a:avLst/>
          </a:prstGeom>
          <a:ln w="190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a:endCxn id="9" idx="0"/>
          </p:cNvCxnSpPr>
          <p:nvPr/>
        </p:nvCxnSpPr>
        <p:spPr>
          <a:xfrm flipH="1">
            <a:off x="3887924" y="2276872"/>
            <a:ext cx="324036" cy="360040"/>
          </a:xfrm>
          <a:prstGeom prst="straightConnector1">
            <a:avLst/>
          </a:prstGeom>
          <a:ln w="19050">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3167336" y="4437112"/>
            <a:ext cx="1332655" cy="369332"/>
          </a:xfrm>
          <a:prstGeom prst="rect">
            <a:avLst/>
          </a:prstGeom>
          <a:noFill/>
          <a:ln w="19050">
            <a:solidFill>
              <a:schemeClr val="accent6">
                <a:lumMod val="75000"/>
              </a:schemeClr>
            </a:solidFill>
          </a:ln>
        </p:spPr>
        <p:txBody>
          <a:bodyPr wrap="square" rtlCol="0">
            <a:spAutoFit/>
          </a:bodyPr>
          <a:lstStyle/>
          <a:p>
            <a:r>
              <a:rPr lang="es-ES" dirty="0" err="1" smtClean="0">
                <a:solidFill>
                  <a:schemeClr val="accent6">
                    <a:lumMod val="75000"/>
                  </a:schemeClr>
                </a:solidFill>
              </a:rPr>
              <a:t>Fill</a:t>
            </a:r>
            <a:r>
              <a:rPr lang="es-ES" dirty="0" smtClean="0">
                <a:solidFill>
                  <a:schemeClr val="accent6">
                    <a:lumMod val="75000"/>
                  </a:schemeClr>
                </a:solidFill>
              </a:rPr>
              <a:t> </a:t>
            </a:r>
            <a:r>
              <a:rPr lang="es-ES" dirty="0" err="1" smtClean="0">
                <a:solidFill>
                  <a:schemeClr val="accent6">
                    <a:lumMod val="75000"/>
                  </a:schemeClr>
                </a:solidFill>
              </a:rPr>
              <a:t>the</a:t>
            </a:r>
            <a:r>
              <a:rPr lang="es-ES" dirty="0" smtClean="0">
                <a:solidFill>
                  <a:schemeClr val="accent6">
                    <a:lumMod val="75000"/>
                  </a:schemeClr>
                </a:solidFill>
              </a:rPr>
              <a:t> gaps</a:t>
            </a:r>
            <a:endParaRPr lang="es-ES" dirty="0">
              <a:solidFill>
                <a:schemeClr val="accent6">
                  <a:lumMod val="75000"/>
                </a:schemeClr>
              </a:solidFill>
            </a:endParaRPr>
          </a:p>
        </p:txBody>
      </p:sp>
      <p:sp>
        <p:nvSpPr>
          <p:cNvPr id="26" name="25 Elipse"/>
          <p:cNvSpPr/>
          <p:nvPr/>
        </p:nvSpPr>
        <p:spPr>
          <a:xfrm>
            <a:off x="1475656" y="2564904"/>
            <a:ext cx="355698"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28 Elipse"/>
          <p:cNvSpPr/>
          <p:nvPr/>
        </p:nvSpPr>
        <p:spPr>
          <a:xfrm>
            <a:off x="2123728" y="2564904"/>
            <a:ext cx="711397"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29 Elipse"/>
          <p:cNvSpPr/>
          <p:nvPr/>
        </p:nvSpPr>
        <p:spPr>
          <a:xfrm>
            <a:off x="2915816" y="2564904"/>
            <a:ext cx="782536"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30 Elipse"/>
          <p:cNvSpPr/>
          <p:nvPr/>
        </p:nvSpPr>
        <p:spPr>
          <a:xfrm>
            <a:off x="4067944" y="2564904"/>
            <a:ext cx="924815"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31 Elipse"/>
          <p:cNvSpPr/>
          <p:nvPr/>
        </p:nvSpPr>
        <p:spPr>
          <a:xfrm>
            <a:off x="2339752" y="3789040"/>
            <a:ext cx="711397"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32 Elipse"/>
          <p:cNvSpPr/>
          <p:nvPr/>
        </p:nvSpPr>
        <p:spPr>
          <a:xfrm>
            <a:off x="6084168" y="3789040"/>
            <a:ext cx="792088"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33 Elipse"/>
          <p:cNvSpPr/>
          <p:nvPr/>
        </p:nvSpPr>
        <p:spPr>
          <a:xfrm>
            <a:off x="215009" y="4437112"/>
            <a:ext cx="540568"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34 Elipse"/>
          <p:cNvSpPr/>
          <p:nvPr/>
        </p:nvSpPr>
        <p:spPr>
          <a:xfrm>
            <a:off x="1403648" y="5085184"/>
            <a:ext cx="924815" cy="144016"/>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35 Elipse"/>
          <p:cNvSpPr/>
          <p:nvPr/>
        </p:nvSpPr>
        <p:spPr>
          <a:xfrm>
            <a:off x="251520" y="5085184"/>
            <a:ext cx="995955" cy="144016"/>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36 Elipse"/>
          <p:cNvSpPr/>
          <p:nvPr/>
        </p:nvSpPr>
        <p:spPr>
          <a:xfrm>
            <a:off x="179512" y="5301208"/>
            <a:ext cx="1260648" cy="1224136"/>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2"/>
          <p:cNvPicPr>
            <a:picLocks noChangeAspect="1" noChangeArrowheads="1"/>
          </p:cNvPicPr>
          <p:nvPr/>
        </p:nvPicPr>
        <p:blipFill>
          <a:blip r:embed="rId2" cstate="print"/>
          <a:srcRect/>
          <a:stretch>
            <a:fillRect/>
          </a:stretch>
        </p:blipFill>
        <p:spPr bwMode="auto">
          <a:xfrm>
            <a:off x="265165" y="1268760"/>
            <a:ext cx="8734819" cy="5447343"/>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3.4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Save</a:t>
            </a:r>
            <a:r>
              <a:rPr kumimoji="0" lang="es-ES" sz="1800" b="1" i="0" u="none" strike="noStrike" kern="1200" cap="none" spc="0" normalizeH="0" baseline="0" noProof="0" dirty="0" smtClean="0">
                <a:ln>
                  <a:noFill/>
                </a:ln>
                <a:solidFill>
                  <a:schemeClr val="tx1"/>
                </a:solidFill>
                <a:effectLst/>
                <a:uLnTx/>
                <a:uFillTx/>
                <a:latin typeface="+mj-lt"/>
                <a:ea typeface="+mj-ea"/>
                <a:cs typeface="+mj-cs"/>
              </a:rPr>
              <a:t> and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notify</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8195" name="Picture 3"/>
          <p:cNvPicPr>
            <a:picLocks noChangeAspect="1" noChangeArrowheads="1"/>
          </p:cNvPicPr>
          <p:nvPr/>
        </p:nvPicPr>
        <p:blipFill>
          <a:blip r:embed="rId3" cstate="print"/>
          <a:srcRect/>
          <a:stretch>
            <a:fillRect/>
          </a:stretch>
        </p:blipFill>
        <p:spPr bwMode="auto">
          <a:xfrm>
            <a:off x="611560" y="1556792"/>
            <a:ext cx="514920" cy="149493"/>
          </a:xfrm>
          <a:prstGeom prst="rect">
            <a:avLst/>
          </a:prstGeom>
          <a:noFill/>
          <a:ln w="9525">
            <a:noFill/>
            <a:miter lim="800000"/>
            <a:headEnd/>
            <a:tailEnd/>
          </a:ln>
        </p:spPr>
      </p:pic>
      <p:sp>
        <p:nvSpPr>
          <p:cNvPr id="8" name="7 Elipse"/>
          <p:cNvSpPr/>
          <p:nvPr/>
        </p:nvSpPr>
        <p:spPr>
          <a:xfrm>
            <a:off x="4355976" y="6381328"/>
            <a:ext cx="504056"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4355976" y="6093296"/>
            <a:ext cx="504056" cy="276999"/>
          </a:xfrm>
          <a:prstGeom prst="rect">
            <a:avLst/>
          </a:prstGeom>
          <a:noFill/>
        </p:spPr>
        <p:txBody>
          <a:bodyPr wrap="square" rtlCol="0">
            <a:spAutoFit/>
          </a:bodyPr>
          <a:lstStyle/>
          <a:p>
            <a:r>
              <a:rPr lang="es-ES" sz="1200" dirty="0" err="1" smtClean="0">
                <a:solidFill>
                  <a:srgbClr val="0000FF"/>
                </a:solidFill>
              </a:rPr>
              <a:t>Save</a:t>
            </a:r>
            <a:endParaRPr lang="es-ES" sz="1200" dirty="0" smtClean="0">
              <a:solidFill>
                <a:srgbClr val="0000FF"/>
              </a:solidFill>
            </a:endParaRPr>
          </a:p>
        </p:txBody>
      </p:sp>
      <p:sp>
        <p:nvSpPr>
          <p:cNvPr id="10" name="9 Elipse"/>
          <p:cNvSpPr/>
          <p:nvPr/>
        </p:nvSpPr>
        <p:spPr>
          <a:xfrm>
            <a:off x="683568" y="1484784"/>
            <a:ext cx="288032"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p:cNvSpPr txBox="1"/>
          <p:nvPr/>
        </p:nvSpPr>
        <p:spPr>
          <a:xfrm>
            <a:off x="899592" y="1484784"/>
            <a:ext cx="720080" cy="276999"/>
          </a:xfrm>
          <a:prstGeom prst="rect">
            <a:avLst/>
          </a:prstGeom>
          <a:noFill/>
        </p:spPr>
        <p:txBody>
          <a:bodyPr wrap="square" rtlCol="0">
            <a:spAutoFit/>
          </a:bodyPr>
          <a:lstStyle/>
          <a:p>
            <a:r>
              <a:rPr lang="es-ES" sz="1200" dirty="0" err="1" smtClean="0">
                <a:solidFill>
                  <a:srgbClr val="0000FF"/>
                </a:solidFill>
              </a:rPr>
              <a:t>Notify</a:t>
            </a:r>
            <a:endParaRPr lang="es-ES" sz="1200" dirty="0">
              <a:solidFill>
                <a:srgbClr val="0000FF"/>
              </a:solidFill>
            </a:endParaRPr>
          </a:p>
        </p:txBody>
      </p:sp>
      <p:cxnSp>
        <p:nvCxnSpPr>
          <p:cNvPr id="14" name="13 Conector recto de flecha"/>
          <p:cNvCxnSpPr>
            <a:stCxn id="11" idx="3"/>
          </p:cNvCxnSpPr>
          <p:nvPr/>
        </p:nvCxnSpPr>
        <p:spPr>
          <a:xfrm>
            <a:off x="1619672" y="1623284"/>
            <a:ext cx="2376264"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p:nvPr/>
        </p:nvCxnSpPr>
        <p:spPr>
          <a:xfrm>
            <a:off x="6228184" y="1628800"/>
            <a:ext cx="720080"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6948264" y="1196752"/>
            <a:ext cx="1728192" cy="830997"/>
          </a:xfrm>
          <a:prstGeom prst="rect">
            <a:avLst/>
          </a:prstGeom>
          <a:noFill/>
          <a:ln w="19050">
            <a:solidFill>
              <a:srgbClr val="0000FF"/>
            </a:solidFill>
          </a:ln>
        </p:spPr>
        <p:txBody>
          <a:bodyPr wrap="square" rtlCol="0">
            <a:spAutoFit/>
          </a:bodyPr>
          <a:lstStyle/>
          <a:p>
            <a:r>
              <a:rPr lang="es-ES" sz="1200" dirty="0" err="1" smtClean="0">
                <a:solidFill>
                  <a:srgbClr val="0000FF"/>
                </a:solidFill>
              </a:rPr>
              <a:t>Sending</a:t>
            </a:r>
            <a:r>
              <a:rPr lang="es-ES" sz="1200" dirty="0" smtClean="0">
                <a:solidFill>
                  <a:srgbClr val="0000FF"/>
                </a:solidFill>
              </a:rPr>
              <a:t> of </a:t>
            </a:r>
            <a:r>
              <a:rPr lang="es-ES" sz="1200" dirty="0" err="1" smtClean="0">
                <a:solidFill>
                  <a:srgbClr val="0000FF"/>
                </a:solidFill>
              </a:rPr>
              <a:t>the</a:t>
            </a:r>
            <a:r>
              <a:rPr lang="es-ES" sz="1200" dirty="0" smtClean="0">
                <a:solidFill>
                  <a:srgbClr val="0000FF"/>
                </a:solidFill>
              </a:rPr>
              <a:t> email </a:t>
            </a:r>
            <a:r>
              <a:rPr lang="es-ES" sz="1200" dirty="0" err="1" smtClean="0">
                <a:solidFill>
                  <a:srgbClr val="0000FF"/>
                </a:solidFill>
              </a:rPr>
              <a:t>to</a:t>
            </a:r>
            <a:r>
              <a:rPr lang="es-ES" sz="1200" dirty="0" smtClean="0">
                <a:solidFill>
                  <a:srgbClr val="0000FF"/>
                </a:solidFill>
              </a:rPr>
              <a:t> </a:t>
            </a:r>
            <a:r>
              <a:rPr lang="es-ES" sz="1200" dirty="0" err="1" smtClean="0">
                <a:solidFill>
                  <a:srgbClr val="0000FF"/>
                </a:solidFill>
              </a:rPr>
              <a:t>the</a:t>
            </a:r>
            <a:r>
              <a:rPr lang="es-ES" sz="1200" dirty="0" smtClean="0">
                <a:solidFill>
                  <a:srgbClr val="0000FF"/>
                </a:solidFill>
              </a:rPr>
              <a:t> </a:t>
            </a:r>
            <a:r>
              <a:rPr lang="es-ES" sz="1200" dirty="0" err="1" smtClean="0">
                <a:solidFill>
                  <a:srgbClr val="0000FF"/>
                </a:solidFill>
              </a:rPr>
              <a:t>person</a:t>
            </a:r>
            <a:r>
              <a:rPr lang="es-ES" sz="1200" dirty="0" smtClean="0">
                <a:solidFill>
                  <a:srgbClr val="0000FF"/>
                </a:solidFill>
              </a:rPr>
              <a:t> in </a:t>
            </a:r>
            <a:r>
              <a:rPr lang="es-ES" sz="1200" dirty="0" err="1" smtClean="0">
                <a:solidFill>
                  <a:srgbClr val="0000FF"/>
                </a:solidFill>
              </a:rPr>
              <a:t>charge</a:t>
            </a:r>
            <a:r>
              <a:rPr lang="es-ES" sz="1200" dirty="0" smtClean="0">
                <a:solidFill>
                  <a:srgbClr val="0000FF"/>
                </a:solidFill>
              </a:rPr>
              <a:t> of </a:t>
            </a:r>
            <a:r>
              <a:rPr lang="es-ES" sz="1200" dirty="0" err="1" smtClean="0">
                <a:solidFill>
                  <a:srgbClr val="0000FF"/>
                </a:solidFill>
              </a:rPr>
              <a:t>the</a:t>
            </a:r>
            <a:r>
              <a:rPr lang="es-ES" sz="1200" dirty="0" smtClean="0">
                <a:solidFill>
                  <a:srgbClr val="0000FF"/>
                </a:solidFill>
              </a:rPr>
              <a:t> NC and </a:t>
            </a:r>
            <a:r>
              <a:rPr lang="es-ES" sz="1200" dirty="0" err="1" smtClean="0">
                <a:solidFill>
                  <a:srgbClr val="0000FF"/>
                </a:solidFill>
              </a:rPr>
              <a:t>change</a:t>
            </a:r>
            <a:r>
              <a:rPr lang="es-ES" sz="1200" dirty="0" smtClean="0">
                <a:solidFill>
                  <a:srgbClr val="0000FF"/>
                </a:solidFill>
              </a:rPr>
              <a:t> of </a:t>
            </a:r>
            <a:r>
              <a:rPr lang="es-ES" sz="1200" dirty="0" err="1" smtClean="0">
                <a:solidFill>
                  <a:srgbClr val="0000FF"/>
                </a:solidFill>
              </a:rPr>
              <a:t>the</a:t>
            </a:r>
            <a:r>
              <a:rPr lang="es-ES" sz="1200" dirty="0" smtClean="0">
                <a:solidFill>
                  <a:srgbClr val="0000FF"/>
                </a:solidFill>
              </a:rPr>
              <a:t> </a:t>
            </a:r>
            <a:r>
              <a:rPr lang="es-ES" sz="1200" dirty="0" err="1" smtClean="0">
                <a:solidFill>
                  <a:srgbClr val="0000FF"/>
                </a:solidFill>
              </a:rPr>
              <a:t>icon</a:t>
            </a:r>
            <a:r>
              <a:rPr lang="es-ES" sz="1200" dirty="0" smtClean="0">
                <a:solidFill>
                  <a:srgbClr val="0000FF"/>
                </a:solidFill>
              </a:rPr>
              <a:t>.</a:t>
            </a:r>
            <a:endParaRPr lang="es-ES" sz="1200" dirty="0">
              <a:solidFill>
                <a:srgbClr val="0000FF"/>
              </a:solidFill>
            </a:endParaRPr>
          </a:p>
        </p:txBody>
      </p:sp>
      <p:pic>
        <p:nvPicPr>
          <p:cNvPr id="1026" name="Picture 2"/>
          <p:cNvPicPr>
            <a:picLocks noChangeAspect="1" noChangeArrowheads="1"/>
          </p:cNvPicPr>
          <p:nvPr/>
        </p:nvPicPr>
        <p:blipFill>
          <a:blip r:embed="rId4" cstate="print"/>
          <a:srcRect/>
          <a:stretch>
            <a:fillRect/>
          </a:stretch>
        </p:blipFill>
        <p:spPr bwMode="auto">
          <a:xfrm>
            <a:off x="7596336" y="1772816"/>
            <a:ext cx="247650" cy="209550"/>
          </a:xfrm>
          <a:prstGeom prst="rect">
            <a:avLst/>
          </a:prstGeom>
          <a:noFill/>
          <a:ln w="9525">
            <a:noFill/>
            <a:miter lim="800000"/>
            <a:headEnd/>
            <a:tailEnd/>
          </a:ln>
        </p:spPr>
      </p:pic>
      <p:pic>
        <p:nvPicPr>
          <p:cNvPr id="4098" name="Picture 2"/>
          <p:cNvPicPr>
            <a:picLocks noChangeAspect="1" noChangeArrowheads="1"/>
          </p:cNvPicPr>
          <p:nvPr/>
        </p:nvPicPr>
        <p:blipFill>
          <a:blip r:embed="rId5" cstate="print"/>
          <a:srcRect/>
          <a:stretch>
            <a:fillRect/>
          </a:stretch>
        </p:blipFill>
        <p:spPr bwMode="auto">
          <a:xfrm>
            <a:off x="3995937" y="836713"/>
            <a:ext cx="2241249" cy="1512168"/>
          </a:xfrm>
          <a:prstGeom prst="rect">
            <a:avLst/>
          </a:prstGeom>
          <a:noFill/>
          <a:ln w="19050">
            <a:solidFill>
              <a:srgbClr val="0000FF"/>
            </a:solidFill>
            <a:miter lim="800000"/>
            <a:headEnd/>
            <a:tailEnd/>
          </a:ln>
        </p:spPr>
      </p:pic>
      <p:sp>
        <p:nvSpPr>
          <p:cNvPr id="18" name="17 CuadroTexto"/>
          <p:cNvSpPr txBox="1"/>
          <p:nvPr/>
        </p:nvSpPr>
        <p:spPr>
          <a:xfrm>
            <a:off x="5580112" y="4941168"/>
            <a:ext cx="2736304" cy="584775"/>
          </a:xfrm>
          <a:prstGeom prst="rect">
            <a:avLst/>
          </a:prstGeom>
          <a:noFill/>
          <a:ln w="19050">
            <a:solidFill>
              <a:srgbClr val="FF0066"/>
            </a:solidFill>
          </a:ln>
        </p:spPr>
        <p:txBody>
          <a:bodyPr wrap="square" rtlCol="0">
            <a:spAutoFit/>
          </a:bodyPr>
          <a:lstStyle/>
          <a:p>
            <a:r>
              <a:rPr lang="es-ES" sz="1600" dirty="0" err="1" smtClean="0">
                <a:solidFill>
                  <a:srgbClr val="FF0066"/>
                </a:solidFill>
              </a:rPr>
              <a:t>After</a:t>
            </a:r>
            <a:r>
              <a:rPr lang="es-ES" sz="1600" dirty="0" smtClean="0">
                <a:solidFill>
                  <a:srgbClr val="FF0066"/>
                </a:solidFill>
              </a:rPr>
              <a:t> </a:t>
            </a:r>
            <a:r>
              <a:rPr lang="es-ES" sz="1600" dirty="0" err="1" smtClean="0">
                <a:solidFill>
                  <a:srgbClr val="FF0066"/>
                </a:solidFill>
              </a:rPr>
              <a:t>filling</a:t>
            </a:r>
            <a:r>
              <a:rPr lang="es-ES" sz="1600" dirty="0" smtClean="0">
                <a:solidFill>
                  <a:srgbClr val="FF0066"/>
                </a:solidFill>
              </a:rPr>
              <a:t> </a:t>
            </a:r>
            <a:r>
              <a:rPr lang="es-ES" sz="1600" dirty="0" err="1" smtClean="0">
                <a:solidFill>
                  <a:srgbClr val="FF0066"/>
                </a:solidFill>
              </a:rPr>
              <a:t>the</a:t>
            </a:r>
            <a:r>
              <a:rPr lang="es-ES" sz="1600" dirty="0" smtClean="0">
                <a:solidFill>
                  <a:srgbClr val="FF0066"/>
                </a:solidFill>
              </a:rPr>
              <a:t> gaps, </a:t>
            </a:r>
            <a:r>
              <a:rPr lang="es-ES" sz="1600" dirty="0" err="1" smtClean="0">
                <a:solidFill>
                  <a:srgbClr val="FF0066"/>
                </a:solidFill>
              </a:rPr>
              <a:t>save</a:t>
            </a:r>
            <a:r>
              <a:rPr lang="es-ES" sz="1600" dirty="0" smtClean="0">
                <a:solidFill>
                  <a:srgbClr val="FF0066"/>
                </a:solidFill>
              </a:rPr>
              <a:t> </a:t>
            </a:r>
            <a:r>
              <a:rPr lang="es-ES" sz="1600" dirty="0" err="1" smtClean="0">
                <a:solidFill>
                  <a:srgbClr val="FF0066"/>
                </a:solidFill>
              </a:rPr>
              <a:t>the</a:t>
            </a:r>
            <a:r>
              <a:rPr lang="es-ES" sz="1600" dirty="0" smtClean="0">
                <a:solidFill>
                  <a:srgbClr val="FF0066"/>
                </a:solidFill>
              </a:rPr>
              <a:t> </a:t>
            </a:r>
            <a:r>
              <a:rPr lang="es-ES" sz="1600" dirty="0" err="1" smtClean="0">
                <a:solidFill>
                  <a:srgbClr val="FF0066"/>
                </a:solidFill>
              </a:rPr>
              <a:t>changes</a:t>
            </a:r>
            <a:r>
              <a:rPr lang="es-ES" sz="1600" dirty="0" smtClean="0">
                <a:solidFill>
                  <a:srgbClr val="FF0066"/>
                </a:solidFill>
              </a:rPr>
              <a:t> and </a:t>
            </a:r>
            <a:r>
              <a:rPr lang="es-ES" sz="1600" dirty="0" err="1" smtClean="0">
                <a:solidFill>
                  <a:srgbClr val="FF0066"/>
                </a:solidFill>
              </a:rPr>
              <a:t>notify</a:t>
            </a:r>
            <a:r>
              <a:rPr lang="es-ES" sz="1600" dirty="0" smtClean="0">
                <a:solidFill>
                  <a:srgbClr val="FF0066"/>
                </a:solidFill>
              </a:rPr>
              <a:t> </a:t>
            </a:r>
            <a:r>
              <a:rPr lang="es-ES" sz="1600" dirty="0" err="1" smtClean="0">
                <a:solidFill>
                  <a:srgbClr val="FF0066"/>
                </a:solidFill>
              </a:rPr>
              <a:t>the</a:t>
            </a:r>
            <a:r>
              <a:rPr lang="es-ES" sz="1600" dirty="0" smtClean="0">
                <a:solidFill>
                  <a:srgbClr val="FF0066"/>
                </a:solidFill>
              </a:rPr>
              <a:t> NC</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3.5 </a:t>
            </a:r>
            <a:r>
              <a:rPr lang="en-US" b="1" dirty="0" smtClean="0">
                <a:latin typeface="+mj-lt"/>
                <a:ea typeface="+mj-ea"/>
                <a:cs typeface="+mj-cs"/>
              </a:rPr>
              <a:t>Email of the opening of the notification</a:t>
            </a:r>
          </a:p>
          <a:p>
            <a:pPr lvl="0">
              <a:spcBef>
                <a:spcPct val="0"/>
              </a:spcBef>
              <a:defRPr/>
            </a:pP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7" name="6 CuadroTexto"/>
          <p:cNvSpPr txBox="1"/>
          <p:nvPr/>
        </p:nvSpPr>
        <p:spPr>
          <a:xfrm>
            <a:off x="5580112" y="1916832"/>
            <a:ext cx="2952328" cy="1754326"/>
          </a:xfrm>
          <a:prstGeom prst="rect">
            <a:avLst/>
          </a:prstGeom>
          <a:noFill/>
          <a:ln w="19050">
            <a:solidFill>
              <a:srgbClr val="0000FF"/>
            </a:solidFill>
          </a:ln>
        </p:spPr>
        <p:txBody>
          <a:bodyPr wrap="square" rtlCol="0">
            <a:spAutoFit/>
          </a:bodyPr>
          <a:lstStyle/>
          <a:p>
            <a:r>
              <a:rPr lang="en-US" dirty="0" smtClean="0"/>
              <a:t>The app sends to the person in charge of the NC an email notifying the opening of the NC and warning that the period conceded to the answer is 24 h.</a:t>
            </a:r>
          </a:p>
        </p:txBody>
      </p:sp>
      <p:sp>
        <p:nvSpPr>
          <p:cNvPr id="8" name="7 CuadroTexto"/>
          <p:cNvSpPr txBox="1"/>
          <p:nvPr/>
        </p:nvSpPr>
        <p:spPr>
          <a:xfrm>
            <a:off x="3275856" y="3861048"/>
            <a:ext cx="5256584" cy="923330"/>
          </a:xfrm>
          <a:prstGeom prst="rect">
            <a:avLst/>
          </a:prstGeom>
          <a:noFill/>
          <a:ln w="19050">
            <a:solidFill>
              <a:srgbClr val="0000FF"/>
            </a:solidFill>
          </a:ln>
        </p:spPr>
        <p:txBody>
          <a:bodyPr wrap="square" rtlCol="0">
            <a:spAutoFit/>
          </a:bodyPr>
          <a:lstStyle/>
          <a:p>
            <a:r>
              <a:rPr lang="en-US" dirty="0" smtClean="0"/>
              <a:t>Once the NC has been notified, and in case of any change after it, there is the possibility of notifying it again, doing click in the same icon</a:t>
            </a:r>
            <a:endParaRPr lang="es-ES" dirty="0"/>
          </a:p>
        </p:txBody>
      </p:sp>
      <p:pic>
        <p:nvPicPr>
          <p:cNvPr id="1026" name="Picture 2"/>
          <p:cNvPicPr>
            <a:picLocks noChangeAspect="1" noChangeArrowheads="1"/>
          </p:cNvPicPr>
          <p:nvPr/>
        </p:nvPicPr>
        <p:blipFill>
          <a:blip r:embed="rId2" cstate="print"/>
          <a:srcRect/>
          <a:stretch>
            <a:fillRect/>
          </a:stretch>
        </p:blipFill>
        <p:spPr bwMode="auto">
          <a:xfrm>
            <a:off x="611560" y="2276872"/>
            <a:ext cx="4716016" cy="98333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11560" y="4005064"/>
            <a:ext cx="2428875" cy="53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395536" y="1844824"/>
            <a:ext cx="8140978" cy="1232148"/>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3.6 </a:t>
            </a:r>
            <a:r>
              <a:rPr lang="es-ES" b="1" dirty="0" err="1" smtClean="0">
                <a:latin typeface="+mj-lt"/>
                <a:ea typeface="+mj-ea"/>
                <a:cs typeface="+mj-cs"/>
              </a:rPr>
              <a:t>Monitoring</a:t>
            </a:r>
            <a:r>
              <a:rPr lang="es-ES" b="1" dirty="0" smtClean="0">
                <a:latin typeface="+mj-lt"/>
                <a:ea typeface="+mj-ea"/>
                <a:cs typeface="+mj-cs"/>
              </a:rPr>
              <a:t> of </a:t>
            </a:r>
            <a:r>
              <a:rPr lang="es-ES" b="1" dirty="0" err="1" smtClean="0">
                <a:latin typeface="+mj-lt"/>
                <a:ea typeface="+mj-ea"/>
                <a:cs typeface="+mj-cs"/>
              </a:rPr>
              <a:t>the</a:t>
            </a:r>
            <a:r>
              <a:rPr lang="es-ES" b="1" dirty="0" smtClean="0">
                <a:latin typeface="+mj-lt"/>
                <a:ea typeface="+mj-ea"/>
                <a:cs typeface="+mj-cs"/>
              </a:rPr>
              <a:t>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cxnSp>
        <p:nvCxnSpPr>
          <p:cNvPr id="7" name="6 Conector recto de flecha"/>
          <p:cNvCxnSpPr/>
          <p:nvPr/>
        </p:nvCxnSpPr>
        <p:spPr>
          <a:xfrm flipH="1" flipV="1">
            <a:off x="899592" y="2204864"/>
            <a:ext cx="432048" cy="11521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flipH="1" flipV="1">
            <a:off x="899592" y="2564904"/>
            <a:ext cx="432048"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flipH="1" flipV="1">
            <a:off x="899592" y="2852936"/>
            <a:ext cx="432048" cy="5040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395536" y="3573016"/>
            <a:ext cx="8208912" cy="646331"/>
          </a:xfrm>
          <a:prstGeom prst="rect">
            <a:avLst/>
          </a:prstGeom>
          <a:noFill/>
        </p:spPr>
        <p:txBody>
          <a:bodyPr wrap="square" rtlCol="0">
            <a:spAutoFit/>
          </a:bodyPr>
          <a:lstStyle/>
          <a:p>
            <a:r>
              <a:rPr lang="en-US" dirty="0" smtClean="0"/>
              <a:t>In the 8D tab, the evolution of the NC is shown. In this case there is not any approval requested nor any phase completed</a:t>
            </a:r>
          </a:p>
        </p:txBody>
      </p:sp>
      <p:pic>
        <p:nvPicPr>
          <p:cNvPr id="5123" name="Picture 3"/>
          <p:cNvPicPr>
            <a:picLocks noChangeAspect="1" noChangeArrowheads="1"/>
          </p:cNvPicPr>
          <p:nvPr/>
        </p:nvPicPr>
        <p:blipFill>
          <a:blip r:embed="rId3" cstate="print"/>
          <a:srcRect/>
          <a:stretch>
            <a:fillRect/>
          </a:stretch>
        </p:blipFill>
        <p:spPr bwMode="auto">
          <a:xfrm>
            <a:off x="1043608" y="3356992"/>
            <a:ext cx="628650" cy="180975"/>
          </a:xfrm>
          <a:prstGeom prst="rect">
            <a:avLst/>
          </a:prstGeom>
          <a:noFill/>
          <a:ln w="9525">
            <a:noFill/>
            <a:miter lim="800000"/>
            <a:headEnd/>
            <a:tailEnd/>
          </a:ln>
        </p:spPr>
      </p:pic>
      <p:pic>
        <p:nvPicPr>
          <p:cNvPr id="3074" name="Picture 2"/>
          <p:cNvPicPr>
            <a:picLocks noChangeAspect="1" noChangeArrowheads="1"/>
          </p:cNvPicPr>
          <p:nvPr/>
        </p:nvPicPr>
        <p:blipFill>
          <a:blip r:embed="rId4" cstate="print"/>
          <a:srcRect l="2988" t="22455" b="6437"/>
          <a:stretch>
            <a:fillRect/>
          </a:stretch>
        </p:blipFill>
        <p:spPr bwMode="auto">
          <a:xfrm>
            <a:off x="5004048" y="4797152"/>
            <a:ext cx="2337817" cy="1368152"/>
          </a:xfrm>
          <a:prstGeom prst="rect">
            <a:avLst/>
          </a:prstGeom>
          <a:noFill/>
          <a:ln w="9525">
            <a:solidFill>
              <a:srgbClr val="FF0000"/>
            </a:solidFill>
            <a:miter lim="800000"/>
            <a:headEnd/>
            <a:tailEnd/>
          </a:ln>
        </p:spPr>
      </p:pic>
      <p:cxnSp>
        <p:nvCxnSpPr>
          <p:cNvPr id="12" name="11 Conector recto de flecha"/>
          <p:cNvCxnSpPr/>
          <p:nvPr/>
        </p:nvCxnSpPr>
        <p:spPr>
          <a:xfrm>
            <a:off x="4427984" y="5301208"/>
            <a:ext cx="576064"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1259632" y="4797152"/>
            <a:ext cx="3168352" cy="923330"/>
          </a:xfrm>
          <a:prstGeom prst="rect">
            <a:avLst/>
          </a:prstGeom>
          <a:noFill/>
          <a:ln>
            <a:solidFill>
              <a:srgbClr val="FF0000"/>
            </a:solidFill>
          </a:ln>
        </p:spPr>
        <p:txBody>
          <a:bodyPr wrap="square" rtlCol="0">
            <a:spAutoFit/>
          </a:bodyPr>
          <a:lstStyle/>
          <a:p>
            <a:r>
              <a:rPr lang="en-US" dirty="0" smtClean="0">
                <a:solidFill>
                  <a:srgbClr val="FF0000"/>
                </a:solidFill>
              </a:rPr>
              <a:t>When the given date is exceeded</a:t>
            </a:r>
            <a:r>
              <a:rPr lang="es-ES" dirty="0" smtClean="0">
                <a:solidFill>
                  <a:srgbClr val="FF0000"/>
                </a:solidFill>
              </a:rPr>
              <a:t>, </a:t>
            </a:r>
            <a:r>
              <a:rPr lang="en-US" dirty="0" smtClean="0">
                <a:solidFill>
                  <a:srgbClr val="FF0000"/>
                </a:solidFill>
              </a:rPr>
              <a:t>we will see the date highlighted in red</a:t>
            </a:r>
            <a:endParaRPr lang="es-ES" dirty="0">
              <a:solidFill>
                <a:srgbClr val="FF0000"/>
              </a:solidFill>
            </a:endParaRPr>
          </a:p>
        </p:txBody>
      </p:sp>
      <p:cxnSp>
        <p:nvCxnSpPr>
          <p:cNvPr id="18" name="17 Conector recto de flecha"/>
          <p:cNvCxnSpPr/>
          <p:nvPr/>
        </p:nvCxnSpPr>
        <p:spPr>
          <a:xfrm>
            <a:off x="5220072" y="2708920"/>
            <a:ext cx="864096" cy="201622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a:spLocks noGrp="1"/>
          </p:cNvSpPr>
          <p:nvPr>
            <p:ph idx="1"/>
          </p:nvPr>
        </p:nvSpPr>
        <p:spPr>
          <a:xfrm>
            <a:off x="0" y="2996952"/>
            <a:ext cx="9144000" cy="532656"/>
          </a:xfrm>
        </p:spPr>
        <p:txBody>
          <a:bodyPr/>
          <a:lstStyle/>
          <a:p>
            <a:pPr algn="ctr">
              <a:buNone/>
            </a:pPr>
            <a:r>
              <a:rPr lang="es-ES" dirty="0" smtClean="0"/>
              <a:t>4. PHASE 2-4: FIRST ANALYSIS OF THE PROBLEM</a:t>
            </a:r>
            <a:endParaRPr lang="es-E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pic>
        <p:nvPicPr>
          <p:cNvPr id="8" name="Picture 2"/>
          <p:cNvPicPr>
            <a:picLocks noChangeAspect="1" noChangeArrowheads="1"/>
          </p:cNvPicPr>
          <p:nvPr/>
        </p:nvPicPr>
        <p:blipFill>
          <a:blip r:embed="rId3" cstate="print"/>
          <a:srcRect/>
          <a:stretch>
            <a:fillRect/>
          </a:stretch>
        </p:blipFill>
        <p:spPr bwMode="auto">
          <a:xfrm>
            <a:off x="1187624" y="4509120"/>
            <a:ext cx="6561575" cy="1368152"/>
          </a:xfrm>
          <a:prstGeom prst="rect">
            <a:avLst/>
          </a:prstGeom>
          <a:noFill/>
          <a:ln w="9525">
            <a:noFill/>
            <a:miter lim="800000"/>
            <a:headEnd/>
            <a:tailEnd/>
          </a:ln>
        </p:spPr>
      </p:pic>
      <p:sp>
        <p:nvSpPr>
          <p:cNvPr id="3" name="2 Marcador de contenido"/>
          <p:cNvSpPr>
            <a:spLocks noGrp="1"/>
          </p:cNvSpPr>
          <p:nvPr>
            <p:ph idx="1"/>
          </p:nvPr>
        </p:nvSpPr>
        <p:spPr>
          <a:xfrm>
            <a:off x="457200" y="1340768"/>
            <a:ext cx="8229600" cy="4785395"/>
          </a:xfrm>
        </p:spPr>
        <p:txBody>
          <a:bodyPr/>
          <a:lstStyle/>
          <a:p>
            <a:r>
              <a:rPr lang="en-US" sz="2400" dirty="0" smtClean="0"/>
              <a:t>The </a:t>
            </a:r>
            <a:r>
              <a:rPr lang="en-US" sz="2400" b="1" dirty="0" smtClean="0"/>
              <a:t>person in charge </a:t>
            </a:r>
            <a:r>
              <a:rPr lang="en-US" sz="2400" dirty="0" smtClean="0"/>
              <a:t>of the NC has received the notification of the opening of the NC and has to answer within the next 24 hours. In the email there is a link with direct access to the application.</a:t>
            </a:r>
            <a:endParaRPr lang="es-ES" sz="2400" dirty="0"/>
          </a:p>
        </p:txBody>
      </p:sp>
      <p:sp>
        <p:nvSpPr>
          <p:cNvPr id="4" name="1 Título"/>
          <p:cNvSpPr txBox="1">
            <a:spLocks/>
          </p:cNvSpPr>
          <p:nvPr/>
        </p:nvSpPr>
        <p:spPr>
          <a:xfrm>
            <a:off x="323528" y="836712"/>
            <a:ext cx="8229600" cy="360040"/>
          </a:xfrm>
          <a:prstGeom prst="rect">
            <a:avLst/>
          </a:prstGeom>
          <a:noFill/>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4.1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Situation</a:t>
            </a:r>
            <a:r>
              <a:rPr kumimoji="0" lang="es-ES" sz="1800" b="1" i="0" u="none" strike="noStrike" kern="1200" cap="none" spc="0" normalizeH="0" noProof="0" dirty="0" smtClean="0">
                <a:ln>
                  <a:noFill/>
                </a:ln>
                <a:solidFill>
                  <a:schemeClr val="tx1"/>
                </a:solidFill>
                <a:effectLst/>
                <a:uLnTx/>
                <a:uFillTx/>
                <a:latin typeface="+mj-lt"/>
                <a:ea typeface="+mj-ea"/>
                <a:cs typeface="+mj-cs"/>
              </a:rPr>
              <a:t> of </a:t>
            </a:r>
            <a:r>
              <a:rPr kumimoji="0" lang="es-ES" sz="1800" b="1" i="0" u="none" strike="noStrike" kern="1200" cap="none" spc="0" normalizeH="0" noProof="0" dirty="0" err="1" smtClean="0">
                <a:ln>
                  <a:noFill/>
                </a:ln>
                <a:solidFill>
                  <a:schemeClr val="tx1"/>
                </a:solidFill>
                <a:effectLst/>
                <a:uLnTx/>
                <a:uFillTx/>
                <a:latin typeface="+mj-lt"/>
                <a:ea typeface="+mj-ea"/>
                <a:cs typeface="+mj-cs"/>
              </a:rPr>
              <a:t>the</a:t>
            </a:r>
            <a:r>
              <a:rPr kumimoji="0" lang="es-ES" sz="1800" b="1" i="0" u="none" strike="noStrike" kern="1200" cap="none" spc="0" normalizeH="0" noProof="0" dirty="0" smtClean="0">
                <a:ln>
                  <a:noFill/>
                </a:ln>
                <a:solidFill>
                  <a:schemeClr val="tx1"/>
                </a:solidFill>
                <a:effectLst/>
                <a:uLnTx/>
                <a:uFillTx/>
                <a:latin typeface="+mj-lt"/>
                <a:ea typeface="+mj-ea"/>
                <a:cs typeface="+mj-cs"/>
              </a:rPr>
              <a:t> </a:t>
            </a:r>
            <a:r>
              <a:rPr kumimoji="0" lang="es-ES" sz="1800" b="1" i="0" u="none" strike="noStrike" kern="1200" cap="none" spc="0" normalizeH="0" noProof="0" dirty="0" err="1" smtClean="0">
                <a:ln>
                  <a:noFill/>
                </a:ln>
                <a:solidFill>
                  <a:schemeClr val="tx1"/>
                </a:solidFill>
                <a:effectLst/>
                <a:uLnTx/>
                <a:uFillTx/>
                <a:latin typeface="+mj-lt"/>
                <a:ea typeface="+mj-ea"/>
                <a:cs typeface="+mj-cs"/>
              </a:rPr>
              <a:t>Phase</a:t>
            </a:r>
            <a:r>
              <a:rPr kumimoji="0" lang="es-ES" sz="1800" b="1" i="0" u="none" strike="noStrike" kern="1200" cap="none" spc="0" normalizeH="0" noProof="0" dirty="0" smtClean="0">
                <a:ln>
                  <a:noFill/>
                </a:ln>
                <a:solidFill>
                  <a:schemeClr val="tx1"/>
                </a:solidFill>
                <a:effectLst/>
                <a:uLnTx/>
                <a:uFillTx/>
                <a:latin typeface="+mj-lt"/>
                <a:ea typeface="+mj-ea"/>
                <a:cs typeface="+mj-cs"/>
              </a:rPr>
              <a:t>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Elipse"/>
          <p:cNvSpPr/>
          <p:nvPr/>
        </p:nvSpPr>
        <p:spPr>
          <a:xfrm>
            <a:off x="2339752" y="4941168"/>
            <a:ext cx="720080"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2" cstate="print"/>
          <a:srcRect/>
          <a:stretch>
            <a:fillRect/>
          </a:stretch>
        </p:blipFill>
        <p:spPr bwMode="auto">
          <a:xfrm>
            <a:off x="179512" y="1268760"/>
            <a:ext cx="8836569" cy="4855338"/>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4.2 </a:t>
            </a:r>
            <a:r>
              <a:rPr lang="es-ES" b="1" dirty="0" err="1" smtClean="0"/>
              <a:t>Necessary</a:t>
            </a:r>
            <a:r>
              <a:rPr lang="es-ES" b="1" dirty="0" smtClean="0"/>
              <a:t> </a:t>
            </a:r>
            <a:r>
              <a:rPr lang="es-ES" b="1" dirty="0" err="1" smtClean="0"/>
              <a:t>fields</a:t>
            </a:r>
            <a:r>
              <a:rPr lang="es-ES" b="1" dirty="0" smtClean="0"/>
              <a:t> </a:t>
            </a:r>
            <a:r>
              <a:rPr lang="es-ES" b="1" dirty="0" err="1" smtClean="0"/>
              <a:t>to</a:t>
            </a:r>
            <a:r>
              <a:rPr lang="es-ES" b="1" dirty="0" smtClean="0"/>
              <a:t> </a:t>
            </a:r>
            <a:r>
              <a:rPr lang="es-ES" b="1" dirty="0" err="1" smtClean="0"/>
              <a:t>request</a:t>
            </a:r>
            <a:r>
              <a:rPr lang="es-ES" b="1" dirty="0" smtClean="0"/>
              <a:t> </a:t>
            </a:r>
            <a:r>
              <a:rPr lang="es-ES" b="1" dirty="0" err="1" smtClean="0"/>
              <a:t>approval</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Rectángulo"/>
          <p:cNvSpPr/>
          <p:nvPr/>
        </p:nvSpPr>
        <p:spPr>
          <a:xfrm>
            <a:off x="5004048" y="2348880"/>
            <a:ext cx="1080120" cy="504056"/>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p:cNvSpPr/>
          <p:nvPr/>
        </p:nvSpPr>
        <p:spPr>
          <a:xfrm>
            <a:off x="6372200" y="2348880"/>
            <a:ext cx="2304256" cy="504056"/>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200" dirty="0" smtClean="0">
                <a:solidFill>
                  <a:schemeClr val="tx1"/>
                </a:solidFill>
              </a:rPr>
              <a:t>In case of  “yes” </a:t>
            </a:r>
            <a:r>
              <a:rPr lang="es-ES" sz="1200" dirty="0" err="1" smtClean="0">
                <a:solidFill>
                  <a:schemeClr val="tx1"/>
                </a:solidFill>
              </a:rPr>
              <a:t>it</a:t>
            </a:r>
            <a:r>
              <a:rPr lang="es-ES" sz="1200" dirty="0" smtClean="0">
                <a:solidFill>
                  <a:schemeClr val="tx1"/>
                </a:solidFill>
              </a:rPr>
              <a:t> </a:t>
            </a:r>
            <a:r>
              <a:rPr lang="es-ES" sz="1200" dirty="0" err="1" smtClean="0">
                <a:solidFill>
                  <a:schemeClr val="tx1"/>
                </a:solidFill>
              </a:rPr>
              <a:t>will</a:t>
            </a:r>
            <a:r>
              <a:rPr lang="es-ES" sz="1200" dirty="0" smtClean="0">
                <a:solidFill>
                  <a:schemeClr val="tx1"/>
                </a:solidFill>
              </a:rPr>
              <a:t> </a:t>
            </a:r>
            <a:r>
              <a:rPr lang="es-ES" sz="1200" dirty="0" err="1" smtClean="0">
                <a:solidFill>
                  <a:schemeClr val="tx1"/>
                </a:solidFill>
              </a:rPr>
              <a:t>be</a:t>
            </a:r>
            <a:r>
              <a:rPr lang="es-ES" sz="1200" dirty="0" smtClean="0">
                <a:solidFill>
                  <a:schemeClr val="tx1"/>
                </a:solidFill>
              </a:rPr>
              <a:t> </a:t>
            </a:r>
            <a:r>
              <a:rPr lang="es-ES" sz="1200" dirty="0" err="1" smtClean="0">
                <a:solidFill>
                  <a:schemeClr val="tx1"/>
                </a:solidFill>
              </a:rPr>
              <a:t>compulsory</a:t>
            </a:r>
            <a:r>
              <a:rPr lang="es-ES" sz="1200" dirty="0" smtClean="0">
                <a:solidFill>
                  <a:schemeClr val="tx1"/>
                </a:solidFill>
              </a:rPr>
              <a:t> tu </a:t>
            </a:r>
            <a:r>
              <a:rPr lang="es-ES" sz="1200" dirty="0" err="1" smtClean="0">
                <a:solidFill>
                  <a:schemeClr val="tx1"/>
                </a:solidFill>
              </a:rPr>
              <a:t>fill</a:t>
            </a:r>
            <a:r>
              <a:rPr lang="es-ES" sz="1200" dirty="0" smtClean="0">
                <a:solidFill>
                  <a:schemeClr val="tx1"/>
                </a:solidFill>
              </a:rPr>
              <a:t> </a:t>
            </a:r>
            <a:r>
              <a:rPr lang="es-ES" sz="1200" dirty="0" err="1" smtClean="0">
                <a:solidFill>
                  <a:schemeClr val="tx1"/>
                </a:solidFill>
              </a:rPr>
              <a:t>the</a:t>
            </a:r>
            <a:r>
              <a:rPr lang="es-ES" sz="1200" dirty="0" smtClean="0">
                <a:solidFill>
                  <a:schemeClr val="tx1"/>
                </a:solidFill>
              </a:rPr>
              <a:t> </a:t>
            </a:r>
            <a:r>
              <a:rPr lang="es-ES" sz="1200" dirty="0" err="1" smtClean="0">
                <a:solidFill>
                  <a:schemeClr val="tx1"/>
                </a:solidFill>
              </a:rPr>
              <a:t>comments</a:t>
            </a:r>
            <a:endParaRPr lang="es-ES" sz="1200" dirty="0">
              <a:solidFill>
                <a:schemeClr val="tx1"/>
              </a:solidFill>
            </a:endParaRPr>
          </a:p>
        </p:txBody>
      </p:sp>
      <p:sp>
        <p:nvSpPr>
          <p:cNvPr id="9" name="8 Rectángulo"/>
          <p:cNvSpPr/>
          <p:nvPr/>
        </p:nvSpPr>
        <p:spPr>
          <a:xfrm>
            <a:off x="2915816" y="3212976"/>
            <a:ext cx="360040" cy="64807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251520" y="4005064"/>
            <a:ext cx="3024336"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Rectángulo"/>
          <p:cNvSpPr/>
          <p:nvPr/>
        </p:nvSpPr>
        <p:spPr>
          <a:xfrm>
            <a:off x="251520" y="4797152"/>
            <a:ext cx="8496944" cy="129614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4" name="13 Conector recto de flecha"/>
          <p:cNvCxnSpPr>
            <a:stCxn id="16" idx="1"/>
          </p:cNvCxnSpPr>
          <p:nvPr/>
        </p:nvCxnSpPr>
        <p:spPr>
          <a:xfrm flipH="1">
            <a:off x="3995936" y="3602633"/>
            <a:ext cx="648072" cy="1194519"/>
          </a:xfrm>
          <a:prstGeom prst="straightConnector1">
            <a:avLst/>
          </a:prstGeom>
          <a:ln w="1905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4644008" y="3140968"/>
            <a:ext cx="3960440" cy="923330"/>
          </a:xfrm>
          <a:prstGeom prst="rect">
            <a:avLst/>
          </a:prstGeom>
          <a:noFill/>
          <a:ln w="19050">
            <a:solidFill>
              <a:srgbClr val="FFC000"/>
            </a:solidFill>
          </a:ln>
        </p:spPr>
        <p:txBody>
          <a:bodyPr wrap="square" rtlCol="0">
            <a:spAutoFit/>
          </a:bodyPr>
          <a:lstStyle/>
          <a:p>
            <a:r>
              <a:rPr lang="es-ES" dirty="0" err="1" smtClean="0"/>
              <a:t>They</a:t>
            </a:r>
            <a:r>
              <a:rPr lang="es-ES" dirty="0" smtClean="0"/>
              <a:t> are </a:t>
            </a:r>
            <a:r>
              <a:rPr lang="es-ES" dirty="0" err="1" smtClean="0"/>
              <a:t>not</a:t>
            </a:r>
            <a:r>
              <a:rPr lang="es-ES" dirty="0" smtClean="0"/>
              <a:t> a </a:t>
            </a:r>
            <a:r>
              <a:rPr lang="es-ES" dirty="0" err="1" smtClean="0"/>
              <a:t>compulsory</a:t>
            </a:r>
            <a:r>
              <a:rPr lang="es-ES" dirty="0" smtClean="0"/>
              <a:t> </a:t>
            </a:r>
            <a:r>
              <a:rPr lang="es-ES" dirty="0" err="1" smtClean="0"/>
              <a:t>fields</a:t>
            </a:r>
            <a:r>
              <a:rPr lang="es-ES" dirty="0" smtClean="0"/>
              <a:t> </a:t>
            </a:r>
            <a:r>
              <a:rPr lang="es-ES" dirty="0" err="1" smtClean="0"/>
              <a:t>to</a:t>
            </a:r>
            <a:r>
              <a:rPr lang="es-ES" dirty="0" smtClean="0"/>
              <a:t> </a:t>
            </a:r>
            <a:r>
              <a:rPr lang="es-ES" dirty="0" err="1" smtClean="0"/>
              <a:t>request</a:t>
            </a:r>
            <a:r>
              <a:rPr lang="es-ES" dirty="0" smtClean="0"/>
              <a:t> </a:t>
            </a:r>
            <a:r>
              <a:rPr lang="es-ES" dirty="0" err="1" smtClean="0"/>
              <a:t>approval</a:t>
            </a:r>
            <a:r>
              <a:rPr lang="es-ES" dirty="0" smtClean="0"/>
              <a:t>, </a:t>
            </a:r>
            <a:r>
              <a:rPr lang="es-ES" dirty="0" err="1" smtClean="0"/>
              <a:t>but</a:t>
            </a:r>
            <a:r>
              <a:rPr lang="es-ES" dirty="0" smtClean="0"/>
              <a:t> </a:t>
            </a:r>
            <a:r>
              <a:rPr lang="es-ES" dirty="0" err="1" smtClean="0"/>
              <a:t>the</a:t>
            </a:r>
            <a:r>
              <a:rPr lang="es-ES" dirty="0" smtClean="0"/>
              <a:t> </a:t>
            </a:r>
            <a:r>
              <a:rPr lang="es-ES" dirty="0" err="1" smtClean="0"/>
              <a:t>pursuer</a:t>
            </a:r>
            <a:r>
              <a:rPr lang="es-ES" dirty="0" smtClean="0"/>
              <a:t> </a:t>
            </a:r>
            <a:r>
              <a:rPr lang="es-ES" dirty="0" err="1" smtClean="0"/>
              <a:t>could</a:t>
            </a:r>
            <a:r>
              <a:rPr lang="es-ES" dirty="0" smtClean="0"/>
              <a:t> </a:t>
            </a:r>
            <a:r>
              <a:rPr lang="es-ES" dirty="0" err="1" smtClean="0"/>
              <a:t>ask</a:t>
            </a:r>
            <a:r>
              <a:rPr lang="es-ES" dirty="0" smtClean="0"/>
              <a:t> </a:t>
            </a:r>
            <a:r>
              <a:rPr lang="es-ES" dirty="0" err="1" smtClean="0"/>
              <a:t>for</a:t>
            </a:r>
            <a:r>
              <a:rPr lang="es-ES" dirty="0" smtClean="0"/>
              <a:t> </a:t>
            </a:r>
            <a:r>
              <a:rPr lang="es-ES" dirty="0" err="1" smtClean="0"/>
              <a:t>this</a:t>
            </a:r>
            <a:r>
              <a:rPr lang="es-ES" dirty="0" smtClean="0"/>
              <a:t> </a:t>
            </a:r>
            <a:r>
              <a:rPr lang="es-ES" dirty="0" err="1" smtClean="0"/>
              <a:t>fields</a:t>
            </a:r>
            <a:r>
              <a:rPr lang="es-ES" dirty="0" smtClean="0"/>
              <a:t> </a:t>
            </a:r>
            <a:r>
              <a:rPr lang="es-ES" dirty="0" err="1" smtClean="0"/>
              <a:t>to</a:t>
            </a:r>
            <a:r>
              <a:rPr lang="es-ES" dirty="0" smtClean="0"/>
              <a:t> </a:t>
            </a:r>
            <a:r>
              <a:rPr lang="es-ES" dirty="0" err="1" smtClean="0"/>
              <a:t>approve</a:t>
            </a:r>
            <a:r>
              <a:rPr lang="es-ES" dirty="0" smtClean="0"/>
              <a:t> </a:t>
            </a:r>
            <a:r>
              <a:rPr lang="es-ES" dirty="0" err="1" smtClean="0"/>
              <a:t>the</a:t>
            </a:r>
            <a:r>
              <a:rPr lang="es-ES" dirty="0" smtClean="0"/>
              <a:t> </a:t>
            </a:r>
            <a:r>
              <a:rPr lang="es-ES" dirty="0" err="1" smtClean="0"/>
              <a:t>phase</a:t>
            </a:r>
            <a:endParaRPr lang="es-E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3"/>
          <p:cNvPicPr>
            <a:picLocks noChangeAspect="1" noChangeArrowheads="1"/>
          </p:cNvPicPr>
          <p:nvPr/>
        </p:nvPicPr>
        <p:blipFill>
          <a:blip r:embed="rId2" cstate="print"/>
          <a:srcRect/>
          <a:stretch>
            <a:fillRect/>
          </a:stretch>
        </p:blipFill>
        <p:spPr bwMode="auto">
          <a:xfrm>
            <a:off x="107504" y="1196752"/>
            <a:ext cx="8836569" cy="5328592"/>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4.3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Fields</a:t>
            </a:r>
            <a:r>
              <a:rPr kumimoji="0" lang="es-ES" sz="1800" b="1" i="0" u="none" strike="noStrike" kern="1200" cap="none" spc="0" normalizeH="0" baseline="0" noProof="0" dirty="0" smtClean="0">
                <a:ln>
                  <a:noFill/>
                </a:ln>
                <a:solidFill>
                  <a:schemeClr val="tx1"/>
                </a:solidFill>
                <a:effectLst/>
                <a:uLnTx/>
                <a:uFillTx/>
                <a:latin typeface="+mj-lt"/>
                <a:ea typeface="+mj-ea"/>
                <a:cs typeface="+mj-cs"/>
              </a:rPr>
              <a:t> of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phase</a:t>
            </a:r>
            <a:r>
              <a:rPr lang="es-ES" b="1" dirty="0" smtClean="0"/>
              <a:t>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Elipse"/>
          <p:cNvSpPr/>
          <p:nvPr/>
        </p:nvSpPr>
        <p:spPr>
          <a:xfrm>
            <a:off x="107504" y="1340768"/>
            <a:ext cx="288032"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CuadroTexto"/>
          <p:cNvSpPr txBox="1"/>
          <p:nvPr/>
        </p:nvSpPr>
        <p:spPr>
          <a:xfrm>
            <a:off x="827584" y="1268760"/>
            <a:ext cx="6768752" cy="338554"/>
          </a:xfrm>
          <a:prstGeom prst="rect">
            <a:avLst/>
          </a:prstGeom>
          <a:noFill/>
          <a:ln>
            <a:noFill/>
          </a:ln>
        </p:spPr>
        <p:txBody>
          <a:bodyPr wrap="square" rtlCol="0">
            <a:spAutoFit/>
          </a:bodyPr>
          <a:lstStyle/>
          <a:p>
            <a:r>
              <a:rPr lang="es-ES" sz="1600" dirty="0" smtClean="0">
                <a:solidFill>
                  <a:srgbClr val="0000FF"/>
                </a:solidFill>
              </a:rPr>
              <a:t>In </a:t>
            </a:r>
            <a:r>
              <a:rPr lang="es-ES" sz="1600" dirty="0" err="1" smtClean="0">
                <a:solidFill>
                  <a:srgbClr val="0000FF"/>
                </a:solidFill>
              </a:rPr>
              <a:t>order</a:t>
            </a:r>
            <a:r>
              <a:rPr lang="es-ES" sz="1600" dirty="0" smtClean="0">
                <a:solidFill>
                  <a:srgbClr val="0000FF"/>
                </a:solidFill>
              </a:rPr>
              <a:t> </a:t>
            </a:r>
            <a:r>
              <a:rPr lang="es-ES" sz="1600" dirty="0" err="1" smtClean="0">
                <a:solidFill>
                  <a:srgbClr val="0000FF"/>
                </a:solidFill>
              </a:rPr>
              <a:t>to</a:t>
            </a:r>
            <a:r>
              <a:rPr lang="es-ES" sz="1600" dirty="0" smtClean="0">
                <a:solidFill>
                  <a:srgbClr val="0000FF"/>
                </a:solidFill>
              </a:rPr>
              <a:t> </a:t>
            </a:r>
            <a:r>
              <a:rPr lang="es-ES" sz="1600" dirty="0" err="1" smtClean="0">
                <a:solidFill>
                  <a:srgbClr val="0000FF"/>
                </a:solidFill>
              </a:rPr>
              <a:t>be</a:t>
            </a:r>
            <a:r>
              <a:rPr lang="es-ES" sz="1600" dirty="0" smtClean="0">
                <a:solidFill>
                  <a:srgbClr val="0000FF"/>
                </a:solidFill>
              </a:rPr>
              <a:t> </a:t>
            </a:r>
            <a:r>
              <a:rPr lang="es-ES" sz="1600" dirty="0" err="1" smtClean="0">
                <a:solidFill>
                  <a:srgbClr val="0000FF"/>
                </a:solidFill>
              </a:rPr>
              <a:t>able</a:t>
            </a:r>
            <a:r>
              <a:rPr lang="es-ES" sz="1600" dirty="0" smtClean="0">
                <a:solidFill>
                  <a:srgbClr val="0000FF"/>
                </a:solidFill>
              </a:rPr>
              <a:t> </a:t>
            </a:r>
            <a:r>
              <a:rPr lang="es-ES" sz="1600" dirty="0" err="1" smtClean="0">
                <a:solidFill>
                  <a:srgbClr val="0000FF"/>
                </a:solidFill>
              </a:rPr>
              <a:t>to</a:t>
            </a:r>
            <a:r>
              <a:rPr lang="es-ES" sz="1600" dirty="0" smtClean="0">
                <a:solidFill>
                  <a:srgbClr val="0000FF"/>
                </a:solidFill>
              </a:rPr>
              <a:t> </a:t>
            </a:r>
            <a:r>
              <a:rPr lang="es-ES" sz="1600" dirty="0" err="1" smtClean="0">
                <a:solidFill>
                  <a:srgbClr val="0000FF"/>
                </a:solidFill>
              </a:rPr>
              <a:t>edit</a:t>
            </a:r>
            <a:r>
              <a:rPr lang="es-ES" sz="1600" dirty="0" smtClean="0">
                <a:solidFill>
                  <a:srgbClr val="0000FF"/>
                </a:solidFill>
              </a:rPr>
              <a:t> </a:t>
            </a:r>
            <a:r>
              <a:rPr lang="es-ES" sz="1600" dirty="0" err="1" smtClean="0">
                <a:solidFill>
                  <a:srgbClr val="0000FF"/>
                </a:solidFill>
              </a:rPr>
              <a:t>the</a:t>
            </a:r>
            <a:r>
              <a:rPr lang="es-ES" sz="1600" dirty="0" smtClean="0">
                <a:solidFill>
                  <a:srgbClr val="0000FF"/>
                </a:solidFill>
              </a:rPr>
              <a:t> </a:t>
            </a:r>
            <a:r>
              <a:rPr lang="es-ES" sz="1600" dirty="0" err="1" smtClean="0">
                <a:solidFill>
                  <a:srgbClr val="0000FF"/>
                </a:solidFill>
              </a:rPr>
              <a:t>content</a:t>
            </a:r>
            <a:r>
              <a:rPr lang="es-ES" sz="1600" dirty="0" smtClean="0">
                <a:solidFill>
                  <a:srgbClr val="0000FF"/>
                </a:solidFill>
              </a:rPr>
              <a:t>, </a:t>
            </a:r>
            <a:r>
              <a:rPr lang="es-ES" sz="1600" dirty="0" err="1" smtClean="0">
                <a:solidFill>
                  <a:srgbClr val="0000FF"/>
                </a:solidFill>
              </a:rPr>
              <a:t>click</a:t>
            </a:r>
            <a:r>
              <a:rPr lang="es-ES" sz="1600" dirty="0" smtClean="0">
                <a:solidFill>
                  <a:srgbClr val="0000FF"/>
                </a:solidFill>
              </a:rPr>
              <a:t> </a:t>
            </a:r>
            <a:r>
              <a:rPr lang="es-ES" sz="1600" dirty="0" err="1" smtClean="0">
                <a:solidFill>
                  <a:srgbClr val="0000FF"/>
                </a:solidFill>
              </a:rPr>
              <a:t>always</a:t>
            </a:r>
            <a:r>
              <a:rPr lang="es-ES" sz="1600" dirty="0" smtClean="0">
                <a:solidFill>
                  <a:srgbClr val="0000FF"/>
                </a:solidFill>
              </a:rPr>
              <a:t> in </a:t>
            </a:r>
            <a:r>
              <a:rPr lang="es-ES" sz="1600" dirty="0" err="1" smtClean="0">
                <a:solidFill>
                  <a:srgbClr val="0000FF"/>
                </a:solidFill>
              </a:rPr>
              <a:t>this</a:t>
            </a:r>
            <a:r>
              <a:rPr lang="es-ES" sz="1600" dirty="0" smtClean="0">
                <a:solidFill>
                  <a:srgbClr val="0000FF"/>
                </a:solidFill>
              </a:rPr>
              <a:t> </a:t>
            </a:r>
            <a:r>
              <a:rPr lang="es-ES" sz="1600" dirty="0" err="1" smtClean="0">
                <a:solidFill>
                  <a:srgbClr val="0000FF"/>
                </a:solidFill>
              </a:rPr>
              <a:t>icon</a:t>
            </a:r>
            <a:endParaRPr lang="es-ES" sz="1600" dirty="0">
              <a:solidFill>
                <a:srgbClr val="0000FF"/>
              </a:solidFill>
            </a:endParaRPr>
          </a:p>
        </p:txBody>
      </p:sp>
      <p:sp>
        <p:nvSpPr>
          <p:cNvPr id="8" name="7 Rectángulo"/>
          <p:cNvSpPr/>
          <p:nvPr/>
        </p:nvSpPr>
        <p:spPr>
          <a:xfrm>
            <a:off x="4932040" y="2420888"/>
            <a:ext cx="3744416" cy="504056"/>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251520" y="4221088"/>
            <a:ext cx="2592288" cy="288032"/>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9699" name="Picture 3"/>
          <p:cNvPicPr>
            <a:picLocks noChangeAspect="1" noChangeArrowheads="1"/>
          </p:cNvPicPr>
          <p:nvPr/>
        </p:nvPicPr>
        <p:blipFill>
          <a:blip r:embed="rId3" cstate="print"/>
          <a:srcRect/>
          <a:stretch>
            <a:fillRect/>
          </a:stretch>
        </p:blipFill>
        <p:spPr bwMode="auto">
          <a:xfrm>
            <a:off x="4355976" y="6600825"/>
            <a:ext cx="247650" cy="257175"/>
          </a:xfrm>
          <a:prstGeom prst="rect">
            <a:avLst/>
          </a:prstGeom>
          <a:noFill/>
          <a:ln w="9525">
            <a:noFill/>
            <a:miter lim="800000"/>
            <a:headEnd/>
            <a:tailEnd/>
          </a:ln>
        </p:spPr>
      </p:pic>
      <p:sp>
        <p:nvSpPr>
          <p:cNvPr id="16" name="15 CuadroTexto"/>
          <p:cNvSpPr txBox="1"/>
          <p:nvPr/>
        </p:nvSpPr>
        <p:spPr>
          <a:xfrm>
            <a:off x="4644008" y="6597352"/>
            <a:ext cx="1224136" cy="307777"/>
          </a:xfrm>
          <a:prstGeom prst="rect">
            <a:avLst/>
          </a:prstGeom>
          <a:noFill/>
        </p:spPr>
        <p:txBody>
          <a:bodyPr wrap="square" rtlCol="0">
            <a:spAutoFit/>
          </a:bodyPr>
          <a:lstStyle/>
          <a:p>
            <a:r>
              <a:rPr lang="es-ES" sz="1400" dirty="0" smtClean="0">
                <a:solidFill>
                  <a:srgbClr val="0000FF"/>
                </a:solidFill>
              </a:rPr>
              <a:t>Guardar</a:t>
            </a:r>
            <a:endParaRPr lang="es-ES" sz="1400" dirty="0">
              <a:solidFill>
                <a:srgbClr val="0000FF"/>
              </a:solidFill>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3"/>
          <p:cNvPicPr>
            <a:picLocks noChangeAspect="1" noChangeArrowheads="1"/>
          </p:cNvPicPr>
          <p:nvPr/>
        </p:nvPicPr>
        <p:blipFill>
          <a:blip r:embed="rId2" cstate="print"/>
          <a:srcRect r="9548"/>
          <a:stretch>
            <a:fillRect/>
          </a:stretch>
        </p:blipFill>
        <p:spPr bwMode="auto">
          <a:xfrm>
            <a:off x="467544" y="1340768"/>
            <a:ext cx="7992888" cy="4855338"/>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4.4 </a:t>
            </a:r>
            <a:r>
              <a:rPr lang="es-ES" b="1" noProof="0" dirty="0" smtClean="0"/>
              <a:t>A</a:t>
            </a:r>
            <a:r>
              <a:rPr lang="es-ES" b="1" dirty="0" err="1" smtClean="0"/>
              <a:t>pproval</a:t>
            </a:r>
            <a:r>
              <a:rPr lang="es-ES" b="1" dirty="0" smtClean="0"/>
              <a:t> </a:t>
            </a:r>
            <a:r>
              <a:rPr lang="es-ES" b="1" dirty="0" err="1" smtClean="0"/>
              <a:t>Request</a:t>
            </a:r>
            <a:r>
              <a:rPr lang="es-ES" b="1" dirty="0" smtClean="0"/>
              <a:t> </a:t>
            </a:r>
            <a:r>
              <a:rPr lang="es-ES" b="1" dirty="0" err="1" smtClean="0"/>
              <a:t>Phase</a:t>
            </a:r>
            <a:r>
              <a:rPr lang="es-ES" b="1" dirty="0" smtClean="0"/>
              <a:t>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9" name="8 CuadroTexto"/>
          <p:cNvSpPr txBox="1"/>
          <p:nvPr/>
        </p:nvSpPr>
        <p:spPr>
          <a:xfrm>
            <a:off x="7092280" y="1340768"/>
            <a:ext cx="1728192" cy="461665"/>
          </a:xfrm>
          <a:prstGeom prst="rect">
            <a:avLst/>
          </a:prstGeom>
          <a:solidFill>
            <a:schemeClr val="bg1"/>
          </a:solidFill>
          <a:ln w="19050">
            <a:solidFill>
              <a:srgbClr val="0000FF"/>
            </a:solidFill>
          </a:ln>
        </p:spPr>
        <p:txBody>
          <a:bodyPr wrap="square" rtlCol="0">
            <a:spAutoFit/>
          </a:bodyPr>
          <a:lstStyle/>
          <a:p>
            <a:r>
              <a:rPr lang="es-ES" sz="1200" dirty="0" err="1" smtClean="0">
                <a:solidFill>
                  <a:srgbClr val="0000FF"/>
                </a:solidFill>
              </a:rPr>
              <a:t>Sending</a:t>
            </a:r>
            <a:r>
              <a:rPr lang="es-ES" sz="1200" dirty="0" smtClean="0">
                <a:solidFill>
                  <a:srgbClr val="0000FF"/>
                </a:solidFill>
              </a:rPr>
              <a:t> of </a:t>
            </a:r>
            <a:r>
              <a:rPr lang="es-ES" sz="1200" dirty="0" err="1" smtClean="0">
                <a:solidFill>
                  <a:srgbClr val="0000FF"/>
                </a:solidFill>
              </a:rPr>
              <a:t>the</a:t>
            </a:r>
            <a:r>
              <a:rPr lang="es-ES" sz="1200" dirty="0" smtClean="0">
                <a:solidFill>
                  <a:srgbClr val="0000FF"/>
                </a:solidFill>
              </a:rPr>
              <a:t> email </a:t>
            </a:r>
            <a:r>
              <a:rPr lang="es-ES" sz="1200" dirty="0" err="1" smtClean="0">
                <a:solidFill>
                  <a:srgbClr val="0000FF"/>
                </a:solidFill>
              </a:rPr>
              <a:t>to</a:t>
            </a:r>
            <a:r>
              <a:rPr lang="es-ES" sz="1200" dirty="0" smtClean="0">
                <a:solidFill>
                  <a:srgbClr val="0000FF"/>
                </a:solidFill>
              </a:rPr>
              <a:t> </a:t>
            </a:r>
            <a:r>
              <a:rPr lang="es-ES" sz="1200" dirty="0" err="1" smtClean="0">
                <a:solidFill>
                  <a:srgbClr val="0000FF"/>
                </a:solidFill>
              </a:rPr>
              <a:t>the</a:t>
            </a:r>
            <a:r>
              <a:rPr lang="es-ES" sz="1200" dirty="0" smtClean="0">
                <a:solidFill>
                  <a:srgbClr val="0000FF"/>
                </a:solidFill>
              </a:rPr>
              <a:t> </a:t>
            </a:r>
            <a:r>
              <a:rPr lang="es-ES" sz="1200" dirty="0" err="1" smtClean="0">
                <a:solidFill>
                  <a:srgbClr val="0000FF"/>
                </a:solidFill>
              </a:rPr>
              <a:t>responsible</a:t>
            </a:r>
            <a:endParaRPr lang="es-ES" sz="1200" dirty="0">
              <a:solidFill>
                <a:srgbClr val="0000FF"/>
              </a:solidFill>
            </a:endParaRPr>
          </a:p>
        </p:txBody>
      </p:sp>
      <p:cxnSp>
        <p:nvCxnSpPr>
          <p:cNvPr id="12" name="11 Conector recto de flecha"/>
          <p:cNvCxnSpPr/>
          <p:nvPr/>
        </p:nvCxnSpPr>
        <p:spPr>
          <a:xfrm>
            <a:off x="2843808" y="1628800"/>
            <a:ext cx="1296144"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6444208" y="1628800"/>
            <a:ext cx="648072"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899592" y="1484784"/>
            <a:ext cx="288032"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971600" y="1412776"/>
            <a:ext cx="1872208" cy="369332"/>
          </a:xfrm>
          <a:prstGeom prst="rect">
            <a:avLst/>
          </a:prstGeom>
          <a:noFill/>
          <a:ln w="19050">
            <a:solidFill>
              <a:srgbClr val="0000FF"/>
            </a:solidFill>
          </a:ln>
        </p:spPr>
        <p:txBody>
          <a:bodyPr wrap="square" rtlCol="0">
            <a:spAutoFit/>
          </a:bodyPr>
          <a:lstStyle/>
          <a:p>
            <a:r>
              <a:rPr lang="es-ES" dirty="0" err="1" smtClean="0">
                <a:solidFill>
                  <a:srgbClr val="0000FF"/>
                </a:solidFill>
              </a:rPr>
              <a:t>Request</a:t>
            </a:r>
            <a:r>
              <a:rPr lang="es-ES" dirty="0" smtClean="0">
                <a:solidFill>
                  <a:srgbClr val="0000FF"/>
                </a:solidFill>
              </a:rPr>
              <a:t> </a:t>
            </a:r>
            <a:r>
              <a:rPr lang="es-ES" dirty="0" err="1" smtClean="0">
                <a:solidFill>
                  <a:srgbClr val="0000FF"/>
                </a:solidFill>
              </a:rPr>
              <a:t>Approval</a:t>
            </a:r>
            <a:endParaRPr lang="es-ES" dirty="0">
              <a:solidFill>
                <a:srgbClr val="0000FF"/>
              </a:solidFill>
            </a:endParaRPr>
          </a:p>
        </p:txBody>
      </p:sp>
      <p:sp>
        <p:nvSpPr>
          <p:cNvPr id="7" name="6 Elipse"/>
          <p:cNvSpPr/>
          <p:nvPr/>
        </p:nvSpPr>
        <p:spPr>
          <a:xfrm>
            <a:off x="683568" y="1484784"/>
            <a:ext cx="216024" cy="21602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50" name="Picture 2"/>
          <p:cNvPicPr>
            <a:picLocks noChangeAspect="1" noChangeArrowheads="1"/>
          </p:cNvPicPr>
          <p:nvPr/>
        </p:nvPicPr>
        <p:blipFill>
          <a:blip r:embed="rId3" cstate="print"/>
          <a:srcRect/>
          <a:stretch>
            <a:fillRect/>
          </a:stretch>
        </p:blipFill>
        <p:spPr bwMode="auto">
          <a:xfrm>
            <a:off x="4139952" y="980728"/>
            <a:ext cx="2324100" cy="1562100"/>
          </a:xfrm>
          <a:prstGeom prst="rect">
            <a:avLst/>
          </a:prstGeom>
          <a:noFill/>
          <a:ln w="19050">
            <a:solidFill>
              <a:srgbClr val="0000FF"/>
            </a:solidFill>
            <a:miter lim="800000"/>
            <a:headEnd/>
            <a:tailEnd/>
          </a:ln>
        </p:spPr>
      </p:pic>
      <p:sp>
        <p:nvSpPr>
          <p:cNvPr id="15" name="14 CuadroTexto"/>
          <p:cNvSpPr txBox="1"/>
          <p:nvPr/>
        </p:nvSpPr>
        <p:spPr>
          <a:xfrm>
            <a:off x="4860032" y="3573016"/>
            <a:ext cx="2952328" cy="923330"/>
          </a:xfrm>
          <a:prstGeom prst="rect">
            <a:avLst/>
          </a:prstGeom>
          <a:noFill/>
          <a:ln w="19050">
            <a:solidFill>
              <a:srgbClr val="0000FF"/>
            </a:solidFill>
          </a:ln>
        </p:spPr>
        <p:txBody>
          <a:bodyPr wrap="square" rtlCol="0">
            <a:spAutoFit/>
          </a:bodyPr>
          <a:lstStyle/>
          <a:p>
            <a:r>
              <a:rPr lang="es-ES" dirty="0" smtClean="0">
                <a:solidFill>
                  <a:srgbClr val="0000FF"/>
                </a:solidFill>
              </a:rPr>
              <a:t>Once </a:t>
            </a:r>
            <a:r>
              <a:rPr lang="es-ES" dirty="0" err="1" smtClean="0">
                <a:solidFill>
                  <a:srgbClr val="0000FF"/>
                </a:solidFill>
              </a:rPr>
              <a:t>the</a:t>
            </a:r>
            <a:r>
              <a:rPr lang="es-ES" dirty="0" smtClean="0">
                <a:solidFill>
                  <a:srgbClr val="0000FF"/>
                </a:solidFill>
              </a:rPr>
              <a:t> </a:t>
            </a:r>
            <a:r>
              <a:rPr lang="es-ES" dirty="0" err="1" smtClean="0">
                <a:solidFill>
                  <a:srgbClr val="0000FF"/>
                </a:solidFill>
              </a:rPr>
              <a:t>fields</a:t>
            </a:r>
            <a:r>
              <a:rPr lang="es-ES" dirty="0" smtClean="0">
                <a:solidFill>
                  <a:srgbClr val="0000FF"/>
                </a:solidFill>
              </a:rPr>
              <a:t> are </a:t>
            </a:r>
            <a:r>
              <a:rPr lang="es-ES" dirty="0" err="1" smtClean="0">
                <a:solidFill>
                  <a:srgbClr val="0000FF"/>
                </a:solidFill>
              </a:rPr>
              <a:t>completed</a:t>
            </a:r>
            <a:r>
              <a:rPr lang="es-ES" dirty="0" smtClean="0">
                <a:solidFill>
                  <a:srgbClr val="0000FF"/>
                </a:solidFill>
              </a:rPr>
              <a:t>, </a:t>
            </a:r>
            <a:r>
              <a:rPr lang="es-ES" dirty="0" err="1" smtClean="0">
                <a:solidFill>
                  <a:srgbClr val="0000FF"/>
                </a:solidFill>
              </a:rPr>
              <a:t>save</a:t>
            </a:r>
            <a:r>
              <a:rPr lang="es-ES" dirty="0" smtClean="0">
                <a:solidFill>
                  <a:srgbClr val="0000FF"/>
                </a:solidFill>
              </a:rPr>
              <a:t> and </a:t>
            </a:r>
            <a:r>
              <a:rPr lang="es-ES" dirty="0" err="1" smtClean="0">
                <a:solidFill>
                  <a:srgbClr val="0000FF"/>
                </a:solidFill>
              </a:rPr>
              <a:t>request</a:t>
            </a:r>
            <a:r>
              <a:rPr lang="es-ES" dirty="0" smtClean="0">
                <a:solidFill>
                  <a:srgbClr val="0000FF"/>
                </a:solidFill>
              </a:rPr>
              <a:t> </a:t>
            </a:r>
            <a:r>
              <a:rPr lang="es-ES" dirty="0" err="1" smtClean="0">
                <a:solidFill>
                  <a:srgbClr val="0000FF"/>
                </a:solidFill>
              </a:rPr>
              <a:t>approval</a:t>
            </a:r>
            <a:r>
              <a:rPr lang="es-ES" dirty="0" smtClean="0">
                <a:solidFill>
                  <a:srgbClr val="0000FF"/>
                </a:solidFill>
              </a:rPr>
              <a:t>.</a:t>
            </a:r>
            <a:endParaRPr lang="es-ES" dirty="0">
              <a:solidFill>
                <a:srgbClr val="0000FF"/>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611560" y="1340768"/>
            <a:ext cx="8054709" cy="1656184"/>
          </a:xfrm>
          <a:prstGeom prst="rect">
            <a:avLst/>
          </a:prstGeom>
          <a:noFill/>
          <a:ln w="9525">
            <a:noFill/>
            <a:miter lim="800000"/>
            <a:headEnd/>
            <a:tailEnd/>
          </a:ln>
        </p:spPr>
      </p:pic>
      <p:sp>
        <p:nvSpPr>
          <p:cNvPr id="5"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4.5 </a:t>
            </a:r>
            <a:r>
              <a:rPr lang="es-ES" b="1" dirty="0" err="1" smtClean="0"/>
              <a:t>Monitoring</a:t>
            </a:r>
            <a:r>
              <a:rPr lang="es-ES" b="1" dirty="0" smtClean="0"/>
              <a:t> of </a:t>
            </a:r>
            <a:r>
              <a:rPr lang="es-ES" b="1" dirty="0" err="1" smtClean="0"/>
              <a:t>the</a:t>
            </a:r>
            <a:r>
              <a:rPr lang="es-ES" b="1" dirty="0" smtClean="0"/>
              <a:t>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Elipse"/>
          <p:cNvSpPr/>
          <p:nvPr/>
        </p:nvSpPr>
        <p:spPr>
          <a:xfrm>
            <a:off x="683568" y="1844824"/>
            <a:ext cx="432048" cy="36004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8" name="7 Conector recto de flecha"/>
          <p:cNvCxnSpPr>
            <a:stCxn id="6" idx="5"/>
            <a:endCxn id="9" idx="0"/>
          </p:cNvCxnSpPr>
          <p:nvPr/>
        </p:nvCxnSpPr>
        <p:spPr>
          <a:xfrm>
            <a:off x="1052344" y="2152137"/>
            <a:ext cx="855360" cy="1348871"/>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683568" y="3501008"/>
            <a:ext cx="2448272" cy="738664"/>
          </a:xfrm>
          <a:prstGeom prst="rect">
            <a:avLst/>
          </a:prstGeom>
          <a:noFill/>
          <a:ln>
            <a:solidFill>
              <a:srgbClr val="0000FF"/>
            </a:solidFill>
          </a:ln>
        </p:spPr>
        <p:txBody>
          <a:bodyPr wrap="square" rtlCol="0">
            <a:spAutoFit/>
          </a:bodyPr>
          <a:lstStyle/>
          <a:p>
            <a:r>
              <a:rPr lang="es-ES" sz="1400" dirty="0" err="1" smtClean="0"/>
              <a:t>The</a:t>
            </a:r>
            <a:r>
              <a:rPr lang="es-ES" sz="1400" dirty="0" smtClean="0"/>
              <a:t> </a:t>
            </a:r>
            <a:r>
              <a:rPr lang="es-ES" sz="1400" dirty="0" err="1" smtClean="0"/>
              <a:t>approval</a:t>
            </a:r>
            <a:r>
              <a:rPr lang="es-ES" sz="1400" dirty="0" smtClean="0"/>
              <a:t> of </a:t>
            </a:r>
            <a:r>
              <a:rPr lang="es-ES" sz="1400" dirty="0" err="1" smtClean="0"/>
              <a:t>the</a:t>
            </a:r>
            <a:r>
              <a:rPr lang="es-ES" sz="1400" dirty="0" smtClean="0"/>
              <a:t> </a:t>
            </a:r>
            <a:r>
              <a:rPr lang="es-ES" sz="1400" dirty="0" err="1" smtClean="0"/>
              <a:t>phase</a:t>
            </a:r>
            <a:r>
              <a:rPr lang="es-ES" sz="1400" dirty="0" smtClean="0"/>
              <a:t> 2-4 has </a:t>
            </a:r>
            <a:r>
              <a:rPr lang="es-ES" sz="1400" dirty="0" err="1" smtClean="0"/>
              <a:t>been</a:t>
            </a:r>
            <a:r>
              <a:rPr lang="es-ES" sz="1400" dirty="0" smtClean="0"/>
              <a:t> </a:t>
            </a:r>
            <a:r>
              <a:rPr lang="es-ES" sz="1400" dirty="0" err="1" smtClean="0"/>
              <a:t>requested</a:t>
            </a:r>
            <a:r>
              <a:rPr lang="es-ES" sz="1400" dirty="0" smtClean="0"/>
              <a:t> and </a:t>
            </a:r>
            <a:r>
              <a:rPr lang="es-ES" sz="1400" dirty="0" err="1" smtClean="0"/>
              <a:t>it</a:t>
            </a:r>
            <a:r>
              <a:rPr lang="es-ES" sz="1400" dirty="0" smtClean="0"/>
              <a:t> </a:t>
            </a:r>
            <a:r>
              <a:rPr lang="es-ES" sz="1400" dirty="0" err="1" smtClean="0"/>
              <a:t>is</a:t>
            </a:r>
            <a:r>
              <a:rPr lang="es-ES" sz="1400" dirty="0" smtClean="0"/>
              <a:t> in </a:t>
            </a:r>
            <a:r>
              <a:rPr lang="es-ES" sz="1400" dirty="0" err="1" smtClean="0"/>
              <a:t>process</a:t>
            </a:r>
            <a:r>
              <a:rPr lang="es-ES" sz="1400" dirty="0" smtClean="0"/>
              <a:t>. </a:t>
            </a:r>
            <a:endParaRPr lang="es-ES" sz="1400" dirty="0"/>
          </a:p>
        </p:txBody>
      </p:sp>
      <p:sp>
        <p:nvSpPr>
          <p:cNvPr id="11" name="10 Elipse"/>
          <p:cNvSpPr/>
          <p:nvPr/>
        </p:nvSpPr>
        <p:spPr>
          <a:xfrm>
            <a:off x="3851920" y="1628800"/>
            <a:ext cx="1656184" cy="21602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3" name="12 Conector recto de flecha"/>
          <p:cNvCxnSpPr>
            <a:stCxn id="11" idx="5"/>
            <a:endCxn id="14" idx="0"/>
          </p:cNvCxnSpPr>
          <p:nvPr/>
        </p:nvCxnSpPr>
        <p:spPr>
          <a:xfrm flipH="1">
            <a:off x="5112060" y="1813188"/>
            <a:ext cx="153501" cy="1183764"/>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4" name="13 CuadroTexto"/>
          <p:cNvSpPr txBox="1"/>
          <p:nvPr/>
        </p:nvSpPr>
        <p:spPr>
          <a:xfrm>
            <a:off x="4067944" y="2996952"/>
            <a:ext cx="2088232" cy="954107"/>
          </a:xfrm>
          <a:prstGeom prst="rect">
            <a:avLst/>
          </a:prstGeom>
          <a:noFill/>
          <a:ln>
            <a:solidFill>
              <a:srgbClr val="0000FF"/>
            </a:solidFill>
          </a:ln>
        </p:spPr>
        <p:txBody>
          <a:bodyPr wrap="square" rtlCol="0">
            <a:spAutoFit/>
          </a:bodyPr>
          <a:lstStyle/>
          <a:p>
            <a:r>
              <a:rPr lang="es-ES" sz="1400" dirty="0" err="1" smtClean="0"/>
              <a:t>The</a:t>
            </a:r>
            <a:r>
              <a:rPr lang="es-ES" sz="1400" dirty="0" smtClean="0"/>
              <a:t> </a:t>
            </a:r>
            <a:r>
              <a:rPr lang="es-ES" sz="1400" dirty="0" err="1" smtClean="0"/>
              <a:t>scheduled</a:t>
            </a:r>
            <a:r>
              <a:rPr lang="es-ES" sz="1400" dirty="0" smtClean="0"/>
              <a:t> </a:t>
            </a:r>
            <a:r>
              <a:rPr lang="es-ES" sz="1400" dirty="0" err="1" smtClean="0"/>
              <a:t>end</a:t>
            </a:r>
            <a:r>
              <a:rPr lang="es-ES" sz="1400" dirty="0" smtClean="0"/>
              <a:t> date </a:t>
            </a:r>
            <a:r>
              <a:rPr lang="es-ES" sz="1400" dirty="0" err="1" smtClean="0"/>
              <a:t>is</a:t>
            </a:r>
            <a:r>
              <a:rPr lang="es-ES" sz="1400" dirty="0" smtClean="0"/>
              <a:t> </a:t>
            </a:r>
            <a:r>
              <a:rPr lang="es-ES" sz="1400" dirty="0" err="1" smtClean="0"/>
              <a:t>defined</a:t>
            </a:r>
            <a:r>
              <a:rPr lang="es-ES" sz="1400" dirty="0" smtClean="0"/>
              <a:t> </a:t>
            </a:r>
            <a:r>
              <a:rPr lang="es-ES" sz="1400" dirty="0" err="1" smtClean="0"/>
              <a:t>by</a:t>
            </a:r>
            <a:r>
              <a:rPr lang="es-ES" sz="1400" dirty="0" smtClean="0"/>
              <a:t> default </a:t>
            </a:r>
            <a:r>
              <a:rPr lang="es-ES" sz="1400" dirty="0" err="1" smtClean="0"/>
              <a:t>but</a:t>
            </a:r>
            <a:r>
              <a:rPr lang="es-ES" sz="1400" dirty="0" smtClean="0"/>
              <a:t> </a:t>
            </a:r>
            <a:r>
              <a:rPr lang="es-ES" sz="1400" dirty="0" err="1" smtClean="0"/>
              <a:t>it</a:t>
            </a:r>
            <a:r>
              <a:rPr lang="es-ES" sz="1400" dirty="0" smtClean="0"/>
              <a:t> can </a:t>
            </a:r>
            <a:r>
              <a:rPr lang="es-ES" sz="1400" dirty="0" err="1" smtClean="0"/>
              <a:t>be</a:t>
            </a:r>
            <a:r>
              <a:rPr lang="es-ES" sz="1400" dirty="0" smtClean="0"/>
              <a:t> </a:t>
            </a:r>
            <a:r>
              <a:rPr lang="es-ES" sz="1400" dirty="0" err="1" smtClean="0"/>
              <a:t>modified</a:t>
            </a:r>
            <a:r>
              <a:rPr lang="es-ES" sz="1400" dirty="0" smtClean="0"/>
              <a:t> </a:t>
            </a:r>
            <a:r>
              <a:rPr lang="es-ES" sz="1400" dirty="0" err="1" smtClean="0"/>
              <a:t>by</a:t>
            </a:r>
            <a:r>
              <a:rPr lang="es-ES" sz="1400" dirty="0" smtClean="0"/>
              <a:t> </a:t>
            </a:r>
            <a:r>
              <a:rPr lang="es-ES" sz="1400" dirty="0" err="1" smtClean="0"/>
              <a:t>the</a:t>
            </a:r>
            <a:r>
              <a:rPr lang="es-ES" sz="1400" dirty="0" smtClean="0"/>
              <a:t> </a:t>
            </a:r>
            <a:r>
              <a:rPr lang="es-ES" sz="1400" dirty="0" err="1" smtClean="0"/>
              <a:t>pursuer</a:t>
            </a:r>
            <a:r>
              <a:rPr lang="es-ES" sz="1400" dirty="0" smtClean="0"/>
              <a:t> of </a:t>
            </a:r>
            <a:r>
              <a:rPr lang="es-ES" sz="1400" dirty="0" err="1" smtClean="0"/>
              <a:t>the</a:t>
            </a:r>
            <a:r>
              <a:rPr lang="es-ES" sz="1400" dirty="0" smtClean="0"/>
              <a:t> NC. </a:t>
            </a:r>
            <a:endParaRPr lang="es-ES" sz="1400" dirty="0" smtClean="0">
              <a:solidFill>
                <a:srgbClr val="FF0000"/>
              </a:solidFill>
            </a:endParaRPr>
          </a:p>
        </p:txBody>
      </p:sp>
      <p:sp>
        <p:nvSpPr>
          <p:cNvPr id="15" name="14 Elipse"/>
          <p:cNvSpPr/>
          <p:nvPr/>
        </p:nvSpPr>
        <p:spPr>
          <a:xfrm>
            <a:off x="5868144" y="1628800"/>
            <a:ext cx="1296144" cy="216024"/>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6" name="15 Conector recto de flecha"/>
          <p:cNvCxnSpPr>
            <a:stCxn id="15" idx="4"/>
            <a:endCxn id="18" idx="0"/>
          </p:cNvCxnSpPr>
          <p:nvPr/>
        </p:nvCxnSpPr>
        <p:spPr>
          <a:xfrm>
            <a:off x="6516216" y="1844824"/>
            <a:ext cx="900100" cy="115212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6372200" y="2996952"/>
            <a:ext cx="2088232" cy="523220"/>
          </a:xfrm>
          <a:prstGeom prst="rect">
            <a:avLst/>
          </a:prstGeom>
          <a:noFill/>
          <a:ln>
            <a:solidFill>
              <a:srgbClr val="0000FF"/>
            </a:solidFill>
          </a:ln>
        </p:spPr>
        <p:txBody>
          <a:bodyPr wrap="square" rtlCol="0">
            <a:spAutoFit/>
          </a:bodyPr>
          <a:lstStyle/>
          <a:p>
            <a:r>
              <a:rPr lang="es-ES" sz="1400" dirty="0" err="1" smtClean="0"/>
              <a:t>Automatic</a:t>
            </a:r>
            <a:r>
              <a:rPr lang="es-ES" sz="1400" dirty="0" smtClean="0"/>
              <a:t>. Date of </a:t>
            </a:r>
            <a:r>
              <a:rPr lang="es-ES" sz="1400" dirty="0" err="1" smtClean="0"/>
              <a:t>the</a:t>
            </a:r>
            <a:r>
              <a:rPr lang="es-ES" sz="1400" dirty="0" smtClean="0"/>
              <a:t> </a:t>
            </a:r>
            <a:r>
              <a:rPr lang="es-ES" sz="1400" dirty="0" err="1" smtClean="0"/>
              <a:t>request</a:t>
            </a:r>
            <a:r>
              <a:rPr lang="es-ES" sz="1400" dirty="0" smtClean="0"/>
              <a:t> of </a:t>
            </a:r>
            <a:r>
              <a:rPr lang="es-ES" sz="1400" dirty="0" err="1" smtClean="0"/>
              <a:t>the</a:t>
            </a:r>
            <a:r>
              <a:rPr lang="es-ES" sz="1400" dirty="0" smtClean="0"/>
              <a:t> </a:t>
            </a:r>
            <a:r>
              <a:rPr lang="es-ES" sz="1400" dirty="0" err="1" smtClean="0"/>
              <a:t>approval</a:t>
            </a:r>
            <a:r>
              <a:rPr lang="es-ES" sz="1400" dirty="0" smtClean="0"/>
              <a:t>.</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cstate="print"/>
          <a:srcRect/>
          <a:stretch>
            <a:fillRect/>
          </a:stretch>
        </p:blipFill>
        <p:spPr bwMode="auto">
          <a:xfrm>
            <a:off x="179512" y="2492896"/>
            <a:ext cx="8784976" cy="1546275"/>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4.6 </a:t>
            </a:r>
            <a:r>
              <a:rPr lang="es-ES" b="1" dirty="0" err="1" smtClean="0"/>
              <a:t>Approval</a:t>
            </a:r>
            <a:r>
              <a:rPr lang="es-ES" b="1" dirty="0" smtClean="0"/>
              <a:t> email </a:t>
            </a:r>
            <a:r>
              <a:rPr lang="es-ES" b="1" dirty="0" err="1" smtClean="0"/>
              <a:t>Phase</a:t>
            </a:r>
            <a:r>
              <a:rPr lang="es-ES" b="1" dirty="0" smtClean="0"/>
              <a:t> 2-4</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CuadroTexto"/>
          <p:cNvSpPr txBox="1"/>
          <p:nvPr/>
        </p:nvSpPr>
        <p:spPr>
          <a:xfrm>
            <a:off x="5364088" y="1052736"/>
            <a:ext cx="3600400" cy="1477328"/>
          </a:xfrm>
          <a:prstGeom prst="rect">
            <a:avLst/>
          </a:prstGeom>
          <a:noFill/>
          <a:ln w="19050">
            <a:solidFill>
              <a:srgbClr val="0000FF"/>
            </a:solidFill>
          </a:ln>
        </p:spPr>
        <p:txBody>
          <a:bodyPr wrap="square" rtlCol="0">
            <a:spAutoFit/>
          </a:bodyPr>
          <a:lstStyle/>
          <a:p>
            <a:r>
              <a:rPr lang="en-US" dirty="0" smtClean="0"/>
              <a:t>The pursuer gets the approval request  and only he can approve the phase. For it, he clicks in the direct access of the email or goes to the </a:t>
            </a:r>
            <a:r>
              <a:rPr lang="en-US" dirty="0" err="1" smtClean="0"/>
              <a:t>Gertakariak</a:t>
            </a:r>
            <a:r>
              <a:rPr lang="en-US" dirty="0" smtClean="0"/>
              <a:t> app. </a:t>
            </a:r>
            <a:endParaRPr lang="en-US" dirty="0" err="1" smtClean="0"/>
          </a:p>
        </p:txBody>
      </p:sp>
      <p:cxnSp>
        <p:nvCxnSpPr>
          <p:cNvPr id="8" name="7 Conector recto de flecha"/>
          <p:cNvCxnSpPr>
            <a:stCxn id="4098" idx="2"/>
          </p:cNvCxnSpPr>
          <p:nvPr/>
        </p:nvCxnSpPr>
        <p:spPr>
          <a:xfrm>
            <a:off x="2804791" y="2089051"/>
            <a:ext cx="183033" cy="331837"/>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0" name="9 Elipse"/>
          <p:cNvSpPr/>
          <p:nvPr/>
        </p:nvSpPr>
        <p:spPr>
          <a:xfrm>
            <a:off x="467544" y="2924944"/>
            <a:ext cx="648072" cy="288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11 Conector recto de flecha"/>
          <p:cNvCxnSpPr>
            <a:endCxn id="10" idx="4"/>
          </p:cNvCxnSpPr>
          <p:nvPr/>
        </p:nvCxnSpPr>
        <p:spPr>
          <a:xfrm flipH="1" flipV="1">
            <a:off x="791580" y="3212976"/>
            <a:ext cx="1836204" cy="7920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2483768" y="4005064"/>
            <a:ext cx="6120680" cy="461665"/>
          </a:xfrm>
          <a:prstGeom prst="rect">
            <a:avLst/>
          </a:prstGeom>
          <a:noFill/>
          <a:ln w="19050">
            <a:solidFill>
              <a:srgbClr val="FF0000"/>
            </a:solidFill>
          </a:ln>
        </p:spPr>
        <p:txBody>
          <a:bodyPr wrap="square" rtlCol="0">
            <a:spAutoFit/>
          </a:bodyPr>
          <a:lstStyle/>
          <a:p>
            <a:r>
              <a:rPr lang="es-ES" sz="1200" dirty="0" err="1" smtClean="0"/>
              <a:t>Approve</a:t>
            </a:r>
            <a:r>
              <a:rPr lang="es-ES" sz="1200" dirty="0" smtClean="0"/>
              <a:t> </a:t>
            </a:r>
            <a:r>
              <a:rPr lang="es-ES" sz="1200" dirty="0" err="1" smtClean="0"/>
              <a:t>or</a:t>
            </a:r>
            <a:r>
              <a:rPr lang="es-ES" sz="1200" dirty="0" smtClean="0"/>
              <a:t> </a:t>
            </a:r>
            <a:r>
              <a:rPr lang="es-ES" sz="1200" dirty="0" err="1" smtClean="0"/>
              <a:t>disapprove</a:t>
            </a:r>
            <a:r>
              <a:rPr lang="es-ES" sz="1200" dirty="0" smtClean="0"/>
              <a:t>. A</a:t>
            </a:r>
            <a:r>
              <a:rPr lang="en-US" sz="1200" dirty="0" smtClean="0"/>
              <a:t>n email will be sent to the responsible, notifying the approval or disapproval</a:t>
            </a:r>
            <a:r>
              <a:rPr lang="es-ES" sz="1200" dirty="0" smtClean="0"/>
              <a:t>. </a:t>
            </a:r>
            <a:endParaRPr lang="es-ES" sz="1200" dirty="0">
              <a:solidFill>
                <a:srgbClr val="FF0000"/>
              </a:solidFill>
            </a:endParaRPr>
          </a:p>
        </p:txBody>
      </p:sp>
      <p:sp>
        <p:nvSpPr>
          <p:cNvPr id="16" name="15 CuadroTexto"/>
          <p:cNvSpPr txBox="1"/>
          <p:nvPr/>
        </p:nvSpPr>
        <p:spPr>
          <a:xfrm>
            <a:off x="179512" y="4149080"/>
            <a:ext cx="1512168" cy="646331"/>
          </a:xfrm>
          <a:prstGeom prst="rect">
            <a:avLst/>
          </a:prstGeom>
          <a:noFill/>
          <a:ln w="19050">
            <a:solidFill>
              <a:srgbClr val="FF0000"/>
            </a:solidFill>
          </a:ln>
        </p:spPr>
        <p:txBody>
          <a:bodyPr wrap="square" rtlCol="0">
            <a:spAutoFit/>
          </a:bodyPr>
          <a:lstStyle/>
          <a:p>
            <a:r>
              <a:rPr lang="es-ES" sz="1200" dirty="0" err="1" smtClean="0"/>
              <a:t>It</a:t>
            </a:r>
            <a:r>
              <a:rPr lang="es-ES" sz="1200" dirty="0" smtClean="0"/>
              <a:t> </a:t>
            </a:r>
            <a:r>
              <a:rPr lang="es-ES" sz="1200" dirty="0" err="1" smtClean="0"/>
              <a:t>is</a:t>
            </a:r>
            <a:r>
              <a:rPr lang="es-ES" sz="1200" dirty="0" smtClean="0"/>
              <a:t> </a:t>
            </a:r>
            <a:r>
              <a:rPr lang="es-ES" sz="1200" dirty="0" err="1" smtClean="0"/>
              <a:t>also</a:t>
            </a:r>
            <a:r>
              <a:rPr lang="es-ES" sz="1200" dirty="0" smtClean="0"/>
              <a:t> </a:t>
            </a:r>
            <a:r>
              <a:rPr lang="es-ES" sz="1200" dirty="0" err="1" smtClean="0"/>
              <a:t>possible</a:t>
            </a:r>
            <a:r>
              <a:rPr lang="es-ES" sz="1200" dirty="0" smtClean="0"/>
              <a:t> </a:t>
            </a:r>
            <a:r>
              <a:rPr lang="es-ES" sz="1200" dirty="0" err="1" smtClean="0"/>
              <a:t>to</a:t>
            </a:r>
            <a:r>
              <a:rPr lang="es-ES" sz="1200" dirty="0" smtClean="0"/>
              <a:t> </a:t>
            </a:r>
            <a:r>
              <a:rPr lang="es-ES" sz="1200" dirty="0" err="1" smtClean="0"/>
              <a:t>approve</a:t>
            </a:r>
            <a:r>
              <a:rPr lang="es-ES" sz="1200" dirty="0" smtClean="0"/>
              <a:t> </a:t>
            </a:r>
            <a:r>
              <a:rPr lang="es-ES" sz="1200" dirty="0" err="1" smtClean="0"/>
              <a:t>the</a:t>
            </a:r>
            <a:r>
              <a:rPr lang="es-ES" sz="1200" dirty="0" smtClean="0"/>
              <a:t> </a:t>
            </a:r>
            <a:r>
              <a:rPr lang="es-ES" sz="1200" dirty="0" err="1" smtClean="0"/>
              <a:t>phase</a:t>
            </a:r>
            <a:r>
              <a:rPr lang="es-ES" sz="1200" dirty="0" smtClean="0"/>
              <a:t> </a:t>
            </a:r>
            <a:r>
              <a:rPr lang="es-ES" sz="1200" dirty="0" err="1" smtClean="0"/>
              <a:t>from</a:t>
            </a:r>
            <a:r>
              <a:rPr lang="es-ES" sz="1200" dirty="0" smtClean="0"/>
              <a:t> </a:t>
            </a:r>
            <a:r>
              <a:rPr lang="es-ES" sz="1200" dirty="0" err="1" smtClean="0"/>
              <a:t>the</a:t>
            </a:r>
            <a:r>
              <a:rPr lang="es-ES" sz="1200" dirty="0" smtClean="0"/>
              <a:t> </a:t>
            </a:r>
            <a:r>
              <a:rPr lang="es-ES" sz="1200" dirty="0" err="1" smtClean="0"/>
              <a:t>phase</a:t>
            </a:r>
            <a:r>
              <a:rPr lang="es-ES" sz="1200" dirty="0" smtClean="0"/>
              <a:t> </a:t>
            </a:r>
            <a:r>
              <a:rPr lang="es-ES" sz="1200" dirty="0" err="1" smtClean="0"/>
              <a:t>tab</a:t>
            </a:r>
            <a:r>
              <a:rPr lang="es-ES" sz="1200" dirty="0" smtClean="0"/>
              <a:t>.</a:t>
            </a:r>
          </a:p>
        </p:txBody>
      </p:sp>
      <p:pic>
        <p:nvPicPr>
          <p:cNvPr id="4098" name="Picture 2"/>
          <p:cNvPicPr>
            <a:picLocks noChangeAspect="1" noChangeArrowheads="1"/>
          </p:cNvPicPr>
          <p:nvPr/>
        </p:nvPicPr>
        <p:blipFill>
          <a:blip r:embed="rId3" cstate="print"/>
          <a:srcRect/>
          <a:stretch>
            <a:fillRect/>
          </a:stretch>
        </p:blipFill>
        <p:spPr bwMode="auto">
          <a:xfrm>
            <a:off x="323528" y="1412776"/>
            <a:ext cx="4962525" cy="676275"/>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b="45936"/>
          <a:stretch>
            <a:fillRect/>
          </a:stretch>
        </p:blipFill>
        <p:spPr bwMode="auto">
          <a:xfrm>
            <a:off x="323528" y="5013176"/>
            <a:ext cx="3600450" cy="957833"/>
          </a:xfrm>
          <a:prstGeom prst="rect">
            <a:avLst/>
          </a:prstGeom>
          <a:noFill/>
          <a:ln w="9525">
            <a:noFill/>
            <a:miter lim="800000"/>
            <a:headEnd/>
            <a:tailEnd/>
          </a:ln>
        </p:spPr>
      </p:pic>
      <p:cxnSp>
        <p:nvCxnSpPr>
          <p:cNvPr id="20" name="19 Conector recto de flecha"/>
          <p:cNvCxnSpPr>
            <a:stCxn id="16" idx="2"/>
          </p:cNvCxnSpPr>
          <p:nvPr/>
        </p:nvCxnSpPr>
        <p:spPr>
          <a:xfrm>
            <a:off x="935596" y="4795411"/>
            <a:ext cx="36004" cy="36178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6" name="Picture 2"/>
          <p:cNvPicPr>
            <a:picLocks noChangeAspect="1" noChangeArrowheads="1"/>
          </p:cNvPicPr>
          <p:nvPr/>
        </p:nvPicPr>
        <p:blipFill>
          <a:blip r:embed="rId5" cstate="print"/>
          <a:srcRect r="46791" b="37482"/>
          <a:stretch>
            <a:fillRect/>
          </a:stretch>
        </p:blipFill>
        <p:spPr bwMode="auto">
          <a:xfrm>
            <a:off x="5364088" y="5445223"/>
            <a:ext cx="3456384" cy="1063503"/>
          </a:xfrm>
          <a:prstGeom prst="rect">
            <a:avLst/>
          </a:prstGeom>
          <a:noFill/>
          <a:ln w="9525">
            <a:noFill/>
            <a:miter lim="800000"/>
            <a:headEnd/>
            <a:tailEnd/>
          </a:ln>
        </p:spPr>
      </p:pic>
      <p:sp>
        <p:nvSpPr>
          <p:cNvPr id="27" name="26 CuadroTexto"/>
          <p:cNvSpPr txBox="1"/>
          <p:nvPr/>
        </p:nvSpPr>
        <p:spPr>
          <a:xfrm>
            <a:off x="5436096" y="4941168"/>
            <a:ext cx="3240360" cy="461665"/>
          </a:xfrm>
          <a:prstGeom prst="rect">
            <a:avLst/>
          </a:prstGeom>
          <a:noFill/>
          <a:ln>
            <a:solidFill>
              <a:schemeClr val="tx1"/>
            </a:solidFill>
          </a:ln>
        </p:spPr>
        <p:txBody>
          <a:bodyPr wrap="square" rtlCol="0">
            <a:spAutoFit/>
          </a:bodyPr>
          <a:lstStyle/>
          <a:p>
            <a:pPr algn="ctr"/>
            <a:r>
              <a:rPr lang="es-ES" sz="1200" dirty="0" err="1" smtClean="0"/>
              <a:t>The</a:t>
            </a:r>
            <a:r>
              <a:rPr lang="es-ES" sz="1200" dirty="0" smtClean="0"/>
              <a:t> </a:t>
            </a:r>
            <a:r>
              <a:rPr lang="es-ES" sz="1200" dirty="0" err="1" smtClean="0"/>
              <a:t>reasons</a:t>
            </a:r>
            <a:r>
              <a:rPr lang="es-ES" sz="1200" dirty="0" smtClean="0"/>
              <a:t> </a:t>
            </a:r>
            <a:r>
              <a:rPr lang="es-ES" sz="1200" dirty="0" err="1" smtClean="0"/>
              <a:t>to</a:t>
            </a:r>
            <a:r>
              <a:rPr lang="es-ES" sz="1200" dirty="0" smtClean="0"/>
              <a:t> </a:t>
            </a:r>
            <a:r>
              <a:rPr lang="es-ES" sz="1200" dirty="0" err="1" smtClean="0"/>
              <a:t>disapprove</a:t>
            </a:r>
            <a:r>
              <a:rPr lang="es-ES" sz="1200" dirty="0" smtClean="0"/>
              <a:t> a </a:t>
            </a:r>
            <a:r>
              <a:rPr lang="es-ES" sz="1200" dirty="0" err="1" smtClean="0"/>
              <a:t>phase</a:t>
            </a:r>
            <a:r>
              <a:rPr lang="es-ES" sz="1200" dirty="0" smtClean="0"/>
              <a:t> are </a:t>
            </a:r>
            <a:r>
              <a:rPr lang="es-ES" sz="1200" dirty="0" err="1" smtClean="0"/>
              <a:t>shown</a:t>
            </a:r>
            <a:r>
              <a:rPr lang="es-ES" sz="1200" dirty="0" smtClean="0"/>
              <a:t> in </a:t>
            </a:r>
            <a:r>
              <a:rPr lang="es-ES" sz="1200" dirty="0" err="1" smtClean="0"/>
              <a:t>the</a:t>
            </a:r>
            <a:r>
              <a:rPr lang="es-ES" sz="1200" dirty="0" smtClean="0"/>
              <a:t> </a:t>
            </a:r>
            <a:r>
              <a:rPr lang="es-ES" sz="1200" dirty="0" err="1" smtClean="0"/>
              <a:t>very</a:t>
            </a:r>
            <a:r>
              <a:rPr lang="es-ES" sz="1200" dirty="0" smtClean="0"/>
              <a:t> </a:t>
            </a:r>
            <a:r>
              <a:rPr lang="es-ES" sz="1200" dirty="0" err="1" smtClean="0"/>
              <a:t>phase</a:t>
            </a:r>
            <a:endParaRPr lang="es-ES" sz="12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4.7 </a:t>
            </a:r>
            <a:r>
              <a:rPr lang="es-ES" b="1" dirty="0" err="1" smtClean="0"/>
              <a:t>Phase</a:t>
            </a:r>
            <a:r>
              <a:rPr lang="es-ES" b="1" dirty="0" smtClean="0"/>
              <a:t> </a:t>
            </a:r>
            <a:r>
              <a:rPr lang="es-ES" b="1" dirty="0" err="1" smtClean="0"/>
              <a:t>approved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CuadroTexto"/>
          <p:cNvSpPr txBox="1"/>
          <p:nvPr/>
        </p:nvSpPr>
        <p:spPr>
          <a:xfrm>
            <a:off x="5436096" y="1340768"/>
            <a:ext cx="3528392" cy="923330"/>
          </a:xfrm>
          <a:prstGeom prst="rect">
            <a:avLst/>
          </a:prstGeom>
          <a:noFill/>
          <a:ln w="19050">
            <a:solidFill>
              <a:srgbClr val="0000FF"/>
            </a:solidFill>
          </a:ln>
        </p:spPr>
        <p:txBody>
          <a:bodyPr wrap="square" rtlCol="0">
            <a:spAutoFit/>
          </a:bodyPr>
          <a:lstStyle/>
          <a:p>
            <a:r>
              <a:rPr lang="en-US" dirty="0" smtClean="0"/>
              <a:t>Once the Phase 2-4 is approved, the responsible has to proceed to fill in the  Phase 5-6</a:t>
            </a:r>
          </a:p>
        </p:txBody>
      </p:sp>
      <p:sp>
        <p:nvSpPr>
          <p:cNvPr id="12" name="11 CuadroTexto"/>
          <p:cNvSpPr txBox="1"/>
          <p:nvPr/>
        </p:nvSpPr>
        <p:spPr>
          <a:xfrm>
            <a:off x="5436096" y="2348880"/>
            <a:ext cx="3528392" cy="1200329"/>
          </a:xfrm>
          <a:prstGeom prst="rect">
            <a:avLst/>
          </a:prstGeom>
          <a:noFill/>
          <a:ln w="19050">
            <a:solidFill>
              <a:srgbClr val="0000FF"/>
            </a:solidFill>
          </a:ln>
        </p:spPr>
        <p:txBody>
          <a:bodyPr wrap="square" rtlCol="0">
            <a:spAutoFit/>
          </a:bodyPr>
          <a:lstStyle/>
          <a:p>
            <a:r>
              <a:rPr lang="es-ES" dirty="0" smtClean="0"/>
              <a:t>In case of </a:t>
            </a:r>
            <a:r>
              <a:rPr lang="es-ES" dirty="0" err="1" smtClean="0"/>
              <a:t>dissaproval</a:t>
            </a:r>
            <a:r>
              <a:rPr lang="es-ES" dirty="0" smtClean="0"/>
              <a:t> </a:t>
            </a:r>
            <a:r>
              <a:rPr lang="es-ES" dirty="0" err="1" smtClean="0"/>
              <a:t>the</a:t>
            </a:r>
            <a:r>
              <a:rPr lang="es-ES" dirty="0" smtClean="0"/>
              <a:t> </a:t>
            </a:r>
            <a:r>
              <a:rPr lang="es-ES" dirty="0" err="1" smtClean="0"/>
              <a:t>responsible</a:t>
            </a:r>
            <a:r>
              <a:rPr lang="es-ES" dirty="0" smtClean="0"/>
              <a:t> </a:t>
            </a:r>
            <a:r>
              <a:rPr lang="es-ES" dirty="0" err="1" smtClean="0"/>
              <a:t>will</a:t>
            </a:r>
            <a:r>
              <a:rPr lang="es-ES" dirty="0" smtClean="0"/>
              <a:t> </a:t>
            </a:r>
            <a:r>
              <a:rPr lang="es-ES" dirty="0" err="1" smtClean="0"/>
              <a:t>receive</a:t>
            </a:r>
            <a:r>
              <a:rPr lang="es-ES" dirty="0" smtClean="0"/>
              <a:t> </a:t>
            </a:r>
            <a:r>
              <a:rPr lang="es-ES" dirty="0" err="1" smtClean="0"/>
              <a:t>the</a:t>
            </a:r>
            <a:r>
              <a:rPr lang="es-ES" dirty="0" smtClean="0"/>
              <a:t> </a:t>
            </a:r>
            <a:r>
              <a:rPr lang="es-ES" dirty="0" err="1" smtClean="0"/>
              <a:t>following</a:t>
            </a:r>
            <a:r>
              <a:rPr lang="es-ES" dirty="0" smtClean="0"/>
              <a:t> </a:t>
            </a:r>
            <a:r>
              <a:rPr lang="es-ES" dirty="0" err="1" smtClean="0"/>
              <a:t>notification</a:t>
            </a:r>
            <a:r>
              <a:rPr lang="es-ES" dirty="0" smtClean="0"/>
              <a:t>  and </a:t>
            </a:r>
            <a:r>
              <a:rPr lang="es-ES" dirty="0" err="1" smtClean="0"/>
              <a:t>should</a:t>
            </a:r>
            <a:r>
              <a:rPr lang="es-ES" dirty="0" smtClean="0"/>
              <a:t> define </a:t>
            </a:r>
            <a:r>
              <a:rPr lang="es-ES" dirty="0" err="1" smtClean="0"/>
              <a:t>the</a:t>
            </a:r>
            <a:r>
              <a:rPr lang="es-ES" dirty="0" smtClean="0"/>
              <a:t> </a:t>
            </a:r>
            <a:r>
              <a:rPr lang="es-ES" dirty="0" err="1" smtClean="0"/>
              <a:t>phase</a:t>
            </a:r>
            <a:r>
              <a:rPr lang="es-ES" dirty="0" smtClean="0"/>
              <a:t> </a:t>
            </a:r>
            <a:r>
              <a:rPr lang="es-ES" dirty="0" err="1" smtClean="0"/>
              <a:t>again</a:t>
            </a:r>
            <a:r>
              <a:rPr lang="es-ES" dirty="0" smtClean="0"/>
              <a:t>.</a:t>
            </a:r>
            <a:endParaRPr lang="es-ES" dirty="0"/>
          </a:p>
        </p:txBody>
      </p:sp>
      <p:pic>
        <p:nvPicPr>
          <p:cNvPr id="5122" name="Picture 2"/>
          <p:cNvPicPr>
            <a:picLocks noChangeAspect="1" noChangeArrowheads="1"/>
          </p:cNvPicPr>
          <p:nvPr/>
        </p:nvPicPr>
        <p:blipFill>
          <a:blip r:embed="rId2" cstate="print"/>
          <a:srcRect/>
          <a:stretch>
            <a:fillRect/>
          </a:stretch>
        </p:blipFill>
        <p:spPr bwMode="auto">
          <a:xfrm>
            <a:off x="395536" y="2636912"/>
            <a:ext cx="4962053" cy="74295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395536" y="1556792"/>
            <a:ext cx="4896544" cy="657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3" cstate="print"/>
          <a:srcRect/>
          <a:stretch>
            <a:fillRect/>
          </a:stretch>
        </p:blipFill>
        <p:spPr bwMode="auto">
          <a:xfrm>
            <a:off x="251520" y="3356992"/>
            <a:ext cx="8280920" cy="1663656"/>
          </a:xfrm>
          <a:prstGeom prst="rect">
            <a:avLst/>
          </a:prstGeom>
          <a:noFill/>
          <a:ln w="9525">
            <a:noFill/>
            <a:miter lim="800000"/>
            <a:headEnd/>
            <a:tailEnd/>
          </a:ln>
        </p:spPr>
      </p:pic>
      <p:pic>
        <p:nvPicPr>
          <p:cNvPr id="6146" name="Picture 2"/>
          <p:cNvPicPr>
            <a:picLocks noChangeAspect="1" noChangeArrowheads="1"/>
          </p:cNvPicPr>
          <p:nvPr/>
        </p:nvPicPr>
        <p:blipFill>
          <a:blip r:embed="rId4" cstate="print"/>
          <a:srcRect/>
          <a:stretch>
            <a:fillRect/>
          </a:stretch>
        </p:blipFill>
        <p:spPr bwMode="auto">
          <a:xfrm>
            <a:off x="251520" y="1340768"/>
            <a:ext cx="8295084" cy="1645583"/>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4.8 </a:t>
            </a:r>
            <a:r>
              <a:rPr lang="es-ES" b="1" noProof="0" dirty="0" err="1" smtClean="0"/>
              <a:t>Monitoring</a:t>
            </a:r>
            <a:r>
              <a:rPr lang="es-ES" b="1" noProof="0" dirty="0" smtClean="0"/>
              <a:t> of </a:t>
            </a:r>
            <a:r>
              <a:rPr lang="es-ES" b="1" noProof="0" dirty="0" err="1" smtClean="0"/>
              <a:t>the</a:t>
            </a:r>
            <a:r>
              <a:rPr lang="es-ES" b="1" noProof="0" dirty="0" smtClean="0"/>
              <a:t> </a:t>
            </a:r>
            <a:r>
              <a:rPr lang="es-ES" b="1" dirty="0" smtClean="0"/>
              <a:t>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7" name="6 Elipse"/>
          <p:cNvSpPr/>
          <p:nvPr/>
        </p:nvSpPr>
        <p:spPr>
          <a:xfrm>
            <a:off x="395536" y="1844824"/>
            <a:ext cx="504056"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 name="8 Conector recto de flecha"/>
          <p:cNvCxnSpPr>
            <a:endCxn id="10" idx="1"/>
          </p:cNvCxnSpPr>
          <p:nvPr/>
        </p:nvCxnSpPr>
        <p:spPr>
          <a:xfrm>
            <a:off x="755576" y="2132856"/>
            <a:ext cx="648072" cy="104876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1403648" y="2996952"/>
            <a:ext cx="2088232" cy="369332"/>
          </a:xfrm>
          <a:prstGeom prst="rect">
            <a:avLst/>
          </a:prstGeom>
          <a:noFill/>
        </p:spPr>
        <p:txBody>
          <a:bodyPr wrap="square" rtlCol="0">
            <a:spAutoFit/>
          </a:bodyPr>
          <a:lstStyle/>
          <a:p>
            <a:r>
              <a:rPr lang="es-ES" dirty="0" err="1" smtClean="0">
                <a:solidFill>
                  <a:srgbClr val="0000FF"/>
                </a:solidFill>
              </a:rPr>
              <a:t>Phase</a:t>
            </a:r>
            <a:r>
              <a:rPr lang="es-ES" dirty="0" smtClean="0">
                <a:solidFill>
                  <a:srgbClr val="0000FF"/>
                </a:solidFill>
              </a:rPr>
              <a:t> </a:t>
            </a:r>
            <a:r>
              <a:rPr lang="es-ES" dirty="0" err="1" smtClean="0">
                <a:solidFill>
                  <a:srgbClr val="0000FF"/>
                </a:solidFill>
              </a:rPr>
              <a:t>Disapproved</a:t>
            </a:r>
            <a:endParaRPr lang="es-ES" dirty="0">
              <a:solidFill>
                <a:srgbClr val="0000FF"/>
              </a:solidFill>
            </a:endParaRPr>
          </a:p>
        </p:txBody>
      </p:sp>
      <p:sp>
        <p:nvSpPr>
          <p:cNvPr id="11" name="10 Elipse"/>
          <p:cNvSpPr/>
          <p:nvPr/>
        </p:nvSpPr>
        <p:spPr>
          <a:xfrm>
            <a:off x="395536" y="3933056"/>
            <a:ext cx="504056"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11 Conector recto de flecha"/>
          <p:cNvCxnSpPr/>
          <p:nvPr/>
        </p:nvCxnSpPr>
        <p:spPr>
          <a:xfrm>
            <a:off x="755576" y="4221088"/>
            <a:ext cx="648072" cy="1008112"/>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475656" y="5085184"/>
            <a:ext cx="1368152" cy="646331"/>
          </a:xfrm>
          <a:prstGeom prst="rect">
            <a:avLst/>
          </a:prstGeom>
          <a:noFill/>
        </p:spPr>
        <p:txBody>
          <a:bodyPr wrap="square" rtlCol="0">
            <a:spAutoFit/>
          </a:bodyPr>
          <a:lstStyle/>
          <a:p>
            <a:r>
              <a:rPr lang="es-ES" dirty="0" err="1" smtClean="0">
                <a:solidFill>
                  <a:srgbClr val="0000FF"/>
                </a:solidFill>
              </a:rPr>
              <a:t>Phase</a:t>
            </a:r>
            <a:r>
              <a:rPr lang="es-ES" dirty="0" smtClean="0">
                <a:solidFill>
                  <a:srgbClr val="0000FF"/>
                </a:solidFill>
              </a:rPr>
              <a:t> </a:t>
            </a:r>
            <a:r>
              <a:rPr lang="es-ES" dirty="0" err="1" smtClean="0">
                <a:solidFill>
                  <a:srgbClr val="0000FF"/>
                </a:solidFill>
              </a:rPr>
              <a:t>Approved</a:t>
            </a:r>
            <a:endParaRPr lang="es-ES" dirty="0">
              <a:solidFill>
                <a:srgbClr val="0000FF"/>
              </a:solidFill>
            </a:endParaRPr>
          </a:p>
        </p:txBody>
      </p:sp>
      <p:sp>
        <p:nvSpPr>
          <p:cNvPr id="14" name="13 Elipse"/>
          <p:cNvSpPr/>
          <p:nvPr/>
        </p:nvSpPr>
        <p:spPr>
          <a:xfrm>
            <a:off x="7092280" y="3573016"/>
            <a:ext cx="1656184" cy="79208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6" name="15 Conector recto de flecha"/>
          <p:cNvCxnSpPr/>
          <p:nvPr/>
        </p:nvCxnSpPr>
        <p:spPr>
          <a:xfrm>
            <a:off x="8028384" y="4365104"/>
            <a:ext cx="0" cy="43204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7452320" y="4725144"/>
            <a:ext cx="1224136" cy="369332"/>
          </a:xfrm>
          <a:prstGeom prst="rect">
            <a:avLst/>
          </a:prstGeom>
          <a:noFill/>
        </p:spPr>
        <p:txBody>
          <a:bodyPr wrap="square" rtlCol="0">
            <a:spAutoFit/>
          </a:bodyPr>
          <a:lstStyle/>
          <a:p>
            <a:r>
              <a:rPr lang="es-ES" dirty="0" err="1" smtClean="0">
                <a:solidFill>
                  <a:srgbClr val="0000FF"/>
                </a:solidFill>
              </a:rPr>
              <a:t>Automatic</a:t>
            </a:r>
            <a:endParaRPr lang="es-ES" dirty="0">
              <a:solidFill>
                <a:srgbClr val="0000FF"/>
              </a:solidFill>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a:spLocks noGrp="1"/>
          </p:cNvSpPr>
          <p:nvPr>
            <p:ph idx="1"/>
          </p:nvPr>
        </p:nvSpPr>
        <p:spPr>
          <a:xfrm>
            <a:off x="0" y="2996952"/>
            <a:ext cx="8892480" cy="532656"/>
          </a:xfrm>
        </p:spPr>
        <p:txBody>
          <a:bodyPr/>
          <a:lstStyle/>
          <a:p>
            <a:pPr algn="ctr">
              <a:buNone/>
            </a:pPr>
            <a:r>
              <a:rPr lang="es-ES" dirty="0" smtClean="0"/>
              <a:t>5. PHASE 5-6: FINAL ANALYSIS</a:t>
            </a:r>
            <a:endParaRPr lang="es-E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pic>
        <p:nvPicPr>
          <p:cNvPr id="7" name="Picture 3"/>
          <p:cNvPicPr>
            <a:picLocks noChangeAspect="1" noChangeArrowheads="1"/>
          </p:cNvPicPr>
          <p:nvPr/>
        </p:nvPicPr>
        <p:blipFill>
          <a:blip r:embed="rId3" cstate="print"/>
          <a:srcRect/>
          <a:stretch>
            <a:fillRect/>
          </a:stretch>
        </p:blipFill>
        <p:spPr bwMode="auto">
          <a:xfrm>
            <a:off x="683568" y="4797152"/>
            <a:ext cx="7510768" cy="1008112"/>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a:noFill/>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5.1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Situation</a:t>
            </a:r>
            <a:r>
              <a:rPr kumimoji="0" lang="es-ES" sz="1800" b="1" i="0" u="none" strike="noStrike" kern="1200" cap="none" spc="0" normalizeH="0" baseline="0" noProof="0" dirty="0" smtClean="0">
                <a:ln>
                  <a:noFill/>
                </a:ln>
                <a:solidFill>
                  <a:schemeClr val="tx1"/>
                </a:solidFill>
                <a:effectLst/>
                <a:uLnTx/>
                <a:uFillTx/>
                <a:latin typeface="+mj-lt"/>
                <a:ea typeface="+mj-ea"/>
                <a:cs typeface="+mj-cs"/>
              </a:rPr>
              <a:t> of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the</a:t>
            </a:r>
            <a:r>
              <a:rPr kumimoji="0" lang="es-ES" sz="1800" b="1" i="0" u="none" strike="noStrike" kern="1200" cap="none" spc="0" normalizeH="0" baseline="0" noProof="0" dirty="0" smtClean="0">
                <a:ln>
                  <a:noFill/>
                </a:ln>
                <a:solidFill>
                  <a:schemeClr val="tx1"/>
                </a:solidFill>
                <a:effectLst/>
                <a:uLnTx/>
                <a:uFillTx/>
                <a:latin typeface="+mj-lt"/>
                <a:ea typeface="+mj-ea"/>
                <a:cs typeface="+mj-cs"/>
              </a:rPr>
              <a:t>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Phase</a:t>
            </a:r>
            <a:r>
              <a:rPr kumimoji="0" lang="es-ES" sz="1800" b="1" i="0" u="none" strike="noStrike" kern="1200" cap="none" spc="0" normalizeH="0" noProof="0" dirty="0" smtClean="0">
                <a:ln>
                  <a:noFill/>
                </a:ln>
                <a:solidFill>
                  <a:schemeClr val="tx1"/>
                </a:solidFill>
                <a:effectLst/>
                <a:uLnTx/>
                <a:uFillTx/>
                <a:latin typeface="+mj-lt"/>
                <a:ea typeface="+mj-ea"/>
                <a:cs typeface="+mj-cs"/>
              </a:rPr>
              <a:t> 5-6</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2 Marcador de contenido"/>
          <p:cNvSpPr>
            <a:spLocks noGrp="1"/>
          </p:cNvSpPr>
          <p:nvPr>
            <p:ph idx="1"/>
          </p:nvPr>
        </p:nvSpPr>
        <p:spPr/>
        <p:txBody>
          <a:bodyPr/>
          <a:lstStyle/>
          <a:p>
            <a:r>
              <a:rPr lang="es-ES" sz="2400" dirty="0" err="1" smtClean="0"/>
              <a:t>The</a:t>
            </a:r>
            <a:r>
              <a:rPr lang="es-ES" sz="2400" dirty="0" smtClean="0"/>
              <a:t> </a:t>
            </a:r>
            <a:r>
              <a:rPr lang="es-ES" sz="2400" dirty="0" err="1" smtClean="0"/>
              <a:t>person</a:t>
            </a:r>
            <a:r>
              <a:rPr lang="es-ES" sz="2400" dirty="0" smtClean="0"/>
              <a:t> in </a:t>
            </a:r>
            <a:r>
              <a:rPr lang="es-ES" sz="2400" dirty="0" err="1" smtClean="0"/>
              <a:t>charge</a:t>
            </a:r>
            <a:r>
              <a:rPr lang="es-ES" sz="2400" dirty="0" smtClean="0"/>
              <a:t> of </a:t>
            </a:r>
            <a:r>
              <a:rPr lang="es-ES" sz="2400" dirty="0" err="1" smtClean="0"/>
              <a:t>the</a:t>
            </a:r>
            <a:r>
              <a:rPr lang="es-ES" sz="2400" dirty="0" smtClean="0"/>
              <a:t> NC has </a:t>
            </a:r>
            <a:r>
              <a:rPr lang="es-ES" sz="2400" dirty="0" err="1" smtClean="0"/>
              <a:t>received</a:t>
            </a:r>
            <a:r>
              <a:rPr lang="es-ES" sz="2400" dirty="0" smtClean="0"/>
              <a:t> </a:t>
            </a:r>
            <a:r>
              <a:rPr lang="es-ES" sz="2400" dirty="0" err="1" smtClean="0"/>
              <a:t>the</a:t>
            </a:r>
            <a:r>
              <a:rPr lang="es-ES" sz="2400" dirty="0" smtClean="0"/>
              <a:t> </a:t>
            </a:r>
            <a:r>
              <a:rPr lang="es-ES" sz="2400" dirty="0" err="1" smtClean="0"/>
              <a:t>approval</a:t>
            </a:r>
            <a:r>
              <a:rPr lang="es-ES" sz="2400" dirty="0" smtClean="0"/>
              <a:t> of </a:t>
            </a:r>
            <a:r>
              <a:rPr lang="es-ES" sz="2400" dirty="0" err="1" smtClean="0"/>
              <a:t>the</a:t>
            </a:r>
            <a:r>
              <a:rPr lang="es-ES" sz="2400" dirty="0" smtClean="0"/>
              <a:t> 2-4 </a:t>
            </a:r>
            <a:r>
              <a:rPr lang="es-ES" sz="2400" dirty="0" err="1" smtClean="0"/>
              <a:t>Phase</a:t>
            </a:r>
            <a:r>
              <a:rPr lang="es-ES" sz="2400" dirty="0" smtClean="0"/>
              <a:t>. So, he can </a:t>
            </a:r>
            <a:r>
              <a:rPr lang="es-ES" sz="2400" dirty="0" err="1" smtClean="0"/>
              <a:t>proceed</a:t>
            </a:r>
            <a:r>
              <a:rPr lang="es-ES" sz="2400" dirty="0" smtClean="0"/>
              <a:t> </a:t>
            </a:r>
            <a:r>
              <a:rPr lang="es-ES" sz="2400" dirty="0" err="1" smtClean="0"/>
              <a:t>with</a:t>
            </a:r>
            <a:r>
              <a:rPr lang="es-ES" sz="2400" dirty="0" smtClean="0"/>
              <a:t> </a:t>
            </a:r>
            <a:r>
              <a:rPr lang="es-ES" sz="2400" dirty="0" err="1" smtClean="0"/>
              <a:t>the</a:t>
            </a:r>
            <a:r>
              <a:rPr lang="es-ES" sz="2400" dirty="0" smtClean="0"/>
              <a:t> </a:t>
            </a:r>
            <a:r>
              <a:rPr lang="es-ES" sz="2400" dirty="0" err="1" smtClean="0"/>
              <a:t>development</a:t>
            </a:r>
            <a:r>
              <a:rPr lang="es-ES" sz="2400" dirty="0" smtClean="0"/>
              <a:t> of </a:t>
            </a:r>
            <a:r>
              <a:rPr lang="es-ES" sz="2400" dirty="0" err="1" smtClean="0"/>
              <a:t>the</a:t>
            </a:r>
            <a:r>
              <a:rPr lang="es-ES" sz="2400" dirty="0" smtClean="0"/>
              <a:t> 5-6 </a:t>
            </a:r>
            <a:r>
              <a:rPr lang="es-ES" sz="2400" dirty="0" err="1" smtClean="0"/>
              <a:t>Phase</a:t>
            </a:r>
            <a:r>
              <a:rPr lang="es-ES" sz="2400" dirty="0" smtClean="0"/>
              <a:t>. </a:t>
            </a:r>
            <a:r>
              <a:rPr lang="es-ES" sz="2400" dirty="0" err="1" smtClean="0"/>
              <a:t>For</a:t>
            </a:r>
            <a:r>
              <a:rPr lang="es-ES" sz="2400" dirty="0" smtClean="0"/>
              <a:t> </a:t>
            </a:r>
            <a:r>
              <a:rPr lang="es-ES" sz="2400" dirty="0" err="1" smtClean="0"/>
              <a:t>it</a:t>
            </a:r>
            <a:r>
              <a:rPr lang="es-ES" sz="2400" dirty="0" smtClean="0"/>
              <a:t>, </a:t>
            </a:r>
            <a:r>
              <a:rPr lang="es-ES" sz="2400" dirty="0" err="1" smtClean="0"/>
              <a:t>there</a:t>
            </a:r>
            <a:r>
              <a:rPr lang="es-ES" sz="2400" dirty="0" smtClean="0"/>
              <a:t> </a:t>
            </a:r>
            <a:r>
              <a:rPr lang="es-ES" sz="2400" dirty="0" err="1" smtClean="0"/>
              <a:t>is</a:t>
            </a:r>
            <a:r>
              <a:rPr lang="es-ES" sz="2400" dirty="0" smtClean="0"/>
              <a:t> a </a:t>
            </a:r>
            <a:r>
              <a:rPr lang="es-ES" sz="2400" dirty="0" err="1" smtClean="0"/>
              <a:t>direct</a:t>
            </a:r>
            <a:r>
              <a:rPr lang="es-ES" sz="2400" dirty="0" smtClean="0"/>
              <a:t> </a:t>
            </a:r>
            <a:r>
              <a:rPr lang="es-ES" sz="2400" dirty="0" err="1" smtClean="0"/>
              <a:t>acces</a:t>
            </a:r>
            <a:r>
              <a:rPr lang="es-ES" sz="2400" dirty="0" smtClean="0"/>
              <a:t> in </a:t>
            </a:r>
            <a:r>
              <a:rPr lang="es-ES" sz="2400" dirty="0" err="1" smtClean="0"/>
              <a:t>the</a:t>
            </a:r>
            <a:r>
              <a:rPr lang="es-ES" sz="2400" dirty="0" smtClean="0"/>
              <a:t> email. </a:t>
            </a:r>
          </a:p>
          <a:p>
            <a:endParaRPr lang="es-ES" dirty="0"/>
          </a:p>
        </p:txBody>
      </p:sp>
      <p:sp>
        <p:nvSpPr>
          <p:cNvPr id="8" name="7 Elipse"/>
          <p:cNvSpPr/>
          <p:nvPr/>
        </p:nvSpPr>
        <p:spPr>
          <a:xfrm>
            <a:off x="2051720" y="5085184"/>
            <a:ext cx="720080" cy="288032"/>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79512" y="1412776"/>
            <a:ext cx="8676456" cy="5040560"/>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5.2 </a:t>
            </a:r>
            <a:r>
              <a:rPr lang="es-ES" b="1" dirty="0" err="1" smtClean="0"/>
              <a:t>Necessary</a:t>
            </a:r>
            <a:r>
              <a:rPr lang="es-ES" b="1" dirty="0" smtClean="0"/>
              <a:t> </a:t>
            </a:r>
            <a:r>
              <a:rPr lang="es-ES" b="1" dirty="0" err="1" smtClean="0"/>
              <a:t>fields</a:t>
            </a:r>
            <a:r>
              <a:rPr lang="es-ES" b="1" dirty="0" smtClean="0"/>
              <a:t> </a:t>
            </a:r>
            <a:r>
              <a:rPr lang="es-ES" b="1" dirty="0" err="1" smtClean="0"/>
              <a:t>to</a:t>
            </a:r>
            <a:r>
              <a:rPr lang="es-ES" b="1" dirty="0" smtClean="0"/>
              <a:t> </a:t>
            </a:r>
            <a:r>
              <a:rPr lang="es-ES" b="1" dirty="0" err="1" smtClean="0"/>
              <a:t>request</a:t>
            </a:r>
            <a:r>
              <a:rPr lang="es-ES" b="1" dirty="0" smtClean="0"/>
              <a:t> </a:t>
            </a:r>
            <a:r>
              <a:rPr lang="es-ES" b="1" dirty="0" err="1" smtClean="0"/>
              <a:t>approval</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37890" name="Picture 2"/>
          <p:cNvPicPr>
            <a:picLocks noGrp="1" noChangeAspect="1" noChangeArrowheads="1"/>
          </p:cNvPicPr>
          <p:nvPr>
            <p:ph idx="1"/>
          </p:nvPr>
        </p:nvPicPr>
        <p:blipFill>
          <a:blip r:embed="rId3" cstate="print"/>
          <a:srcRect l="875" t="10207" r="93875" b="82138"/>
          <a:stretch>
            <a:fillRect/>
          </a:stretch>
        </p:blipFill>
        <p:spPr bwMode="auto">
          <a:xfrm>
            <a:off x="179512" y="1268760"/>
            <a:ext cx="432048" cy="288032"/>
          </a:xfrm>
          <a:prstGeom prst="rect">
            <a:avLst/>
          </a:prstGeom>
          <a:noFill/>
          <a:ln w="9525">
            <a:noFill/>
            <a:miter lim="800000"/>
            <a:headEnd/>
            <a:tailEnd/>
          </a:ln>
        </p:spPr>
      </p:pic>
      <p:sp>
        <p:nvSpPr>
          <p:cNvPr id="6" name="5 Elipse"/>
          <p:cNvSpPr/>
          <p:nvPr/>
        </p:nvSpPr>
        <p:spPr>
          <a:xfrm>
            <a:off x="107504" y="1196752"/>
            <a:ext cx="288032" cy="288032"/>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Rectángulo"/>
          <p:cNvSpPr/>
          <p:nvPr/>
        </p:nvSpPr>
        <p:spPr>
          <a:xfrm>
            <a:off x="5076056" y="3573016"/>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25 Rectángulo"/>
          <p:cNvSpPr/>
          <p:nvPr/>
        </p:nvSpPr>
        <p:spPr>
          <a:xfrm>
            <a:off x="251520" y="3573016"/>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26 Rectángulo"/>
          <p:cNvSpPr/>
          <p:nvPr/>
        </p:nvSpPr>
        <p:spPr>
          <a:xfrm>
            <a:off x="5004048" y="4365104"/>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27 Rectángulo"/>
          <p:cNvSpPr/>
          <p:nvPr/>
        </p:nvSpPr>
        <p:spPr>
          <a:xfrm>
            <a:off x="251520" y="4365104"/>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28 Rectángulo"/>
          <p:cNvSpPr/>
          <p:nvPr/>
        </p:nvSpPr>
        <p:spPr>
          <a:xfrm>
            <a:off x="251520" y="5229200"/>
            <a:ext cx="216024"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2" name="31 Conector recto de flecha"/>
          <p:cNvCxnSpPr>
            <a:stCxn id="36" idx="1"/>
            <a:endCxn id="16" idx="0"/>
          </p:cNvCxnSpPr>
          <p:nvPr/>
        </p:nvCxnSpPr>
        <p:spPr>
          <a:xfrm flipH="1">
            <a:off x="5184068" y="3001308"/>
            <a:ext cx="1044116" cy="571708"/>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cxnSp>
        <p:nvCxnSpPr>
          <p:cNvPr id="34" name="33 Conector recto de flecha"/>
          <p:cNvCxnSpPr>
            <a:stCxn id="36" idx="1"/>
            <a:endCxn id="26" idx="3"/>
          </p:cNvCxnSpPr>
          <p:nvPr/>
        </p:nvCxnSpPr>
        <p:spPr>
          <a:xfrm flipH="1">
            <a:off x="467544" y="3001308"/>
            <a:ext cx="5760640" cy="715724"/>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6228184" y="2708920"/>
            <a:ext cx="1152128" cy="584775"/>
          </a:xfrm>
          <a:prstGeom prst="rect">
            <a:avLst/>
          </a:prstGeom>
          <a:noFill/>
          <a:ln>
            <a:solidFill>
              <a:srgbClr val="FF0066"/>
            </a:solidFill>
          </a:ln>
        </p:spPr>
        <p:txBody>
          <a:bodyPr wrap="square" rtlCol="0">
            <a:spAutoFit/>
          </a:bodyPr>
          <a:lstStyle/>
          <a:p>
            <a:r>
              <a:rPr lang="es-ES" sz="1600" dirty="0" smtClean="0">
                <a:solidFill>
                  <a:srgbClr val="FF0066"/>
                </a:solidFill>
              </a:rPr>
              <a:t>At </a:t>
            </a:r>
            <a:r>
              <a:rPr lang="es-ES" sz="1600" dirty="0" err="1" smtClean="0">
                <a:solidFill>
                  <a:srgbClr val="FF0066"/>
                </a:solidFill>
              </a:rPr>
              <a:t>least</a:t>
            </a:r>
            <a:r>
              <a:rPr lang="es-ES" sz="1600" dirty="0" smtClean="0">
                <a:solidFill>
                  <a:srgbClr val="FF0066"/>
                </a:solidFill>
              </a:rPr>
              <a:t> </a:t>
            </a:r>
            <a:r>
              <a:rPr lang="es-ES" sz="1600" dirty="0" err="1" smtClean="0">
                <a:solidFill>
                  <a:srgbClr val="FF0066"/>
                </a:solidFill>
              </a:rPr>
              <a:t>one</a:t>
            </a:r>
            <a:endParaRPr lang="es-ES" sz="1600" dirty="0">
              <a:solidFill>
                <a:srgbClr val="FF0066"/>
              </a:solidFill>
            </a:endParaRPr>
          </a:p>
        </p:txBody>
      </p:sp>
      <p:cxnSp>
        <p:nvCxnSpPr>
          <p:cNvPr id="17" name="16 Conector recto de flecha"/>
          <p:cNvCxnSpPr>
            <a:stCxn id="6" idx="5"/>
          </p:cNvCxnSpPr>
          <p:nvPr/>
        </p:nvCxnSpPr>
        <p:spPr>
          <a:xfrm>
            <a:off x="353355" y="1442603"/>
            <a:ext cx="906277" cy="618245"/>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p:cNvPicPr>
            <a:picLocks noChangeAspect="1" noChangeArrowheads="1"/>
          </p:cNvPicPr>
          <p:nvPr/>
        </p:nvPicPr>
        <p:blipFill>
          <a:blip r:embed="rId2" cstate="print"/>
          <a:srcRect l="875" t="10207" r="93875" b="82138"/>
          <a:stretch>
            <a:fillRect/>
          </a:stretch>
        </p:blipFill>
        <p:spPr bwMode="auto">
          <a:xfrm>
            <a:off x="395536" y="1268760"/>
            <a:ext cx="432048" cy="288032"/>
          </a:xfrm>
          <a:prstGeom prst="rect">
            <a:avLst/>
          </a:prstGeom>
          <a:noFill/>
          <a:ln w="9525">
            <a:noFill/>
            <a:miter lim="800000"/>
            <a:headEnd/>
            <a:tailEnd/>
          </a:ln>
        </p:spPr>
      </p:pic>
      <p:pic>
        <p:nvPicPr>
          <p:cNvPr id="14" name="Picture 2"/>
          <p:cNvPicPr>
            <a:picLocks noGrp="1" noChangeAspect="1" noChangeArrowheads="1"/>
          </p:cNvPicPr>
          <p:nvPr>
            <p:ph idx="1"/>
          </p:nvPr>
        </p:nvPicPr>
        <p:blipFill>
          <a:blip r:embed="rId3" cstate="print"/>
          <a:srcRect/>
          <a:stretch>
            <a:fillRect/>
          </a:stretch>
        </p:blipFill>
        <p:spPr bwMode="auto">
          <a:xfrm>
            <a:off x="395536" y="1484784"/>
            <a:ext cx="8291512" cy="5112568"/>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5.3 </a:t>
            </a:r>
            <a:r>
              <a:rPr lang="es-ES" b="1" dirty="0" err="1" smtClean="0"/>
              <a:t>Fields</a:t>
            </a:r>
            <a:r>
              <a:rPr lang="es-ES" b="1" dirty="0" smtClean="0"/>
              <a:t> of </a:t>
            </a:r>
            <a:r>
              <a:rPr lang="es-ES" b="1" dirty="0" err="1" smtClean="0"/>
              <a:t>the</a:t>
            </a:r>
            <a:r>
              <a:rPr lang="es-ES" b="1" dirty="0" smtClean="0"/>
              <a:t> </a:t>
            </a:r>
            <a:r>
              <a:rPr lang="es-ES" b="1" dirty="0" err="1" smtClean="0"/>
              <a:t>Phase</a:t>
            </a:r>
            <a:r>
              <a:rPr lang="es-ES" b="1" dirty="0" smtClean="0"/>
              <a:t> 5-6</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Elipse"/>
          <p:cNvSpPr/>
          <p:nvPr/>
        </p:nvSpPr>
        <p:spPr>
          <a:xfrm>
            <a:off x="539552" y="1268760"/>
            <a:ext cx="288032" cy="216024"/>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Elipse"/>
          <p:cNvSpPr/>
          <p:nvPr/>
        </p:nvSpPr>
        <p:spPr>
          <a:xfrm>
            <a:off x="467544" y="4509120"/>
            <a:ext cx="216024"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Elipse"/>
          <p:cNvSpPr/>
          <p:nvPr/>
        </p:nvSpPr>
        <p:spPr>
          <a:xfrm>
            <a:off x="5076056" y="3717032"/>
            <a:ext cx="216024"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Elipse"/>
          <p:cNvSpPr/>
          <p:nvPr/>
        </p:nvSpPr>
        <p:spPr>
          <a:xfrm>
            <a:off x="467544" y="3717032"/>
            <a:ext cx="216024" cy="21602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Elipse"/>
          <p:cNvSpPr/>
          <p:nvPr/>
        </p:nvSpPr>
        <p:spPr>
          <a:xfrm>
            <a:off x="5076056" y="4509120"/>
            <a:ext cx="216024"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Elipse"/>
          <p:cNvSpPr/>
          <p:nvPr/>
        </p:nvSpPr>
        <p:spPr>
          <a:xfrm>
            <a:off x="467544" y="5301208"/>
            <a:ext cx="216024" cy="288032"/>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5" name="14 Conector recto de flecha"/>
          <p:cNvCxnSpPr>
            <a:stCxn id="16" idx="1"/>
            <a:endCxn id="17" idx="3"/>
          </p:cNvCxnSpPr>
          <p:nvPr/>
        </p:nvCxnSpPr>
        <p:spPr>
          <a:xfrm flipH="1">
            <a:off x="827584" y="1242338"/>
            <a:ext cx="2304256" cy="170438"/>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3131840" y="980728"/>
            <a:ext cx="1728192" cy="523220"/>
          </a:xfrm>
          <a:prstGeom prst="rect">
            <a:avLst/>
          </a:prstGeom>
          <a:noFill/>
          <a:ln w="19050">
            <a:solidFill>
              <a:srgbClr val="00B050"/>
            </a:solidFill>
          </a:ln>
        </p:spPr>
        <p:txBody>
          <a:bodyPr wrap="square" rtlCol="0">
            <a:spAutoFit/>
          </a:bodyPr>
          <a:lstStyle/>
          <a:p>
            <a:r>
              <a:rPr lang="en-US" sz="1400" dirty="0" smtClean="0"/>
              <a:t>Once filled the gaps, request approval</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3" name="2 Marcador de contenido"/>
          <p:cNvSpPr>
            <a:spLocks noGrp="1"/>
          </p:cNvSpPr>
          <p:nvPr>
            <p:ph idx="1"/>
          </p:nvPr>
        </p:nvSpPr>
        <p:spPr>
          <a:xfrm>
            <a:off x="323528" y="2276872"/>
            <a:ext cx="8496944" cy="1540768"/>
          </a:xfrm>
        </p:spPr>
        <p:txBody>
          <a:bodyPr/>
          <a:lstStyle/>
          <a:p>
            <a:r>
              <a:rPr lang="es-ES" sz="2400" dirty="0" err="1" smtClean="0"/>
              <a:t>The</a:t>
            </a:r>
            <a:r>
              <a:rPr lang="es-ES" sz="2400" dirty="0" smtClean="0"/>
              <a:t> </a:t>
            </a:r>
            <a:r>
              <a:rPr lang="es-ES" sz="2400" dirty="0" err="1" smtClean="0"/>
              <a:t>metodology</a:t>
            </a:r>
            <a:r>
              <a:rPr lang="es-ES" sz="2400" dirty="0" smtClean="0"/>
              <a:t> of </a:t>
            </a:r>
            <a:r>
              <a:rPr lang="es-ES" sz="2400" dirty="0" err="1" smtClean="0"/>
              <a:t>requesting</a:t>
            </a:r>
            <a:r>
              <a:rPr lang="es-ES" sz="2400" dirty="0" smtClean="0"/>
              <a:t> </a:t>
            </a:r>
            <a:r>
              <a:rPr lang="es-ES" sz="2400" dirty="0" err="1" smtClean="0"/>
              <a:t>approval</a:t>
            </a:r>
            <a:r>
              <a:rPr lang="es-ES" sz="2400" dirty="0" smtClean="0"/>
              <a:t> (</a:t>
            </a:r>
            <a:r>
              <a:rPr lang="es-ES" sz="2400" dirty="0" err="1" smtClean="0"/>
              <a:t>emailing</a:t>
            </a:r>
            <a:r>
              <a:rPr lang="es-ES" sz="2400" dirty="0" smtClean="0"/>
              <a:t>, </a:t>
            </a:r>
            <a:r>
              <a:rPr lang="es-ES" sz="2400" dirty="0" err="1" smtClean="0"/>
              <a:t>approve</a:t>
            </a:r>
            <a:r>
              <a:rPr lang="es-ES" sz="2400" dirty="0" smtClean="0"/>
              <a:t>, </a:t>
            </a:r>
            <a:r>
              <a:rPr lang="es-ES" sz="2400" dirty="0" err="1" smtClean="0"/>
              <a:t>disapprove</a:t>
            </a:r>
            <a:r>
              <a:rPr lang="es-ES" sz="2400" dirty="0" smtClean="0"/>
              <a:t>…) </a:t>
            </a:r>
            <a:r>
              <a:rPr lang="es-ES" sz="2400" dirty="0" err="1" smtClean="0"/>
              <a:t>is</a:t>
            </a:r>
            <a:r>
              <a:rPr lang="es-ES" sz="2400" dirty="0" smtClean="0"/>
              <a:t> </a:t>
            </a:r>
            <a:r>
              <a:rPr lang="es-ES" sz="2400" dirty="0" err="1" smtClean="0"/>
              <a:t>exactly</a:t>
            </a:r>
            <a:r>
              <a:rPr lang="es-ES" sz="2400" dirty="0" smtClean="0"/>
              <a:t> </a:t>
            </a:r>
            <a:r>
              <a:rPr lang="es-ES" sz="2400" dirty="0" err="1" smtClean="0"/>
              <a:t>the</a:t>
            </a:r>
            <a:r>
              <a:rPr lang="es-ES" sz="2400" dirty="0" smtClean="0"/>
              <a:t> </a:t>
            </a:r>
            <a:r>
              <a:rPr lang="es-ES" sz="2400" dirty="0" err="1" smtClean="0"/>
              <a:t>same</a:t>
            </a:r>
            <a:r>
              <a:rPr lang="es-ES" sz="2400" dirty="0" smtClean="0"/>
              <a:t> as </a:t>
            </a:r>
            <a:r>
              <a:rPr lang="es-ES" sz="2400" dirty="0" err="1" smtClean="0"/>
              <a:t>described</a:t>
            </a:r>
            <a:r>
              <a:rPr lang="es-ES" sz="2400" dirty="0" smtClean="0"/>
              <a:t> in </a:t>
            </a:r>
            <a:r>
              <a:rPr lang="es-ES" sz="2400" dirty="0" err="1" smtClean="0"/>
              <a:t>the</a:t>
            </a:r>
            <a:r>
              <a:rPr lang="es-ES" sz="2400" dirty="0" smtClean="0"/>
              <a:t> </a:t>
            </a:r>
            <a:r>
              <a:rPr lang="es-ES" sz="2400" dirty="0" err="1" smtClean="0"/>
              <a:t>Phase</a:t>
            </a:r>
            <a:r>
              <a:rPr lang="es-ES" sz="2400" dirty="0" smtClean="0"/>
              <a:t> 2-4. </a:t>
            </a:r>
            <a:r>
              <a:rPr lang="es-ES" sz="2400" b="1" dirty="0" err="1" smtClean="0"/>
              <a:t>See</a:t>
            </a:r>
            <a:r>
              <a:rPr lang="es-ES" sz="2400" b="1" dirty="0" smtClean="0"/>
              <a:t> </a:t>
            </a:r>
            <a:r>
              <a:rPr lang="es-ES" sz="2400" b="1" dirty="0" err="1" smtClean="0"/>
              <a:t>slides</a:t>
            </a:r>
            <a:r>
              <a:rPr lang="es-ES" sz="2400" b="1" dirty="0" smtClean="0"/>
              <a:t> </a:t>
            </a:r>
            <a:r>
              <a:rPr lang="es-ES" sz="2400" b="1" dirty="0" err="1" smtClean="0"/>
              <a:t>above</a:t>
            </a:r>
            <a:r>
              <a:rPr lang="es-ES" sz="2400" b="1" dirty="0" smtClean="0"/>
              <a:t> (3.4)</a:t>
            </a:r>
            <a:endParaRPr lang="es-ES" sz="2400" b="1" dirty="0"/>
          </a:p>
        </p:txBody>
      </p:sp>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5.4 </a:t>
            </a:r>
            <a:r>
              <a:rPr lang="es-ES" b="1" dirty="0" err="1" smtClean="0"/>
              <a:t>Approval</a:t>
            </a:r>
            <a:r>
              <a:rPr lang="es-ES" b="1" dirty="0" smtClean="0"/>
              <a:t> </a:t>
            </a:r>
            <a:r>
              <a:rPr lang="es-ES" b="1" dirty="0" err="1" smtClean="0"/>
              <a:t>Request</a:t>
            </a:r>
            <a:r>
              <a:rPr lang="es-ES" b="1" dirty="0" smtClean="0"/>
              <a:t> </a:t>
            </a:r>
            <a:r>
              <a:rPr lang="es-ES" b="1" dirty="0" err="1" smtClean="0"/>
              <a:t>Phase</a:t>
            </a:r>
            <a:r>
              <a:rPr lang="es-ES" b="1" dirty="0" smtClean="0"/>
              <a:t> 5-6</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5.5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Monitoring</a:t>
            </a:r>
            <a:r>
              <a:rPr kumimoji="0" lang="es-ES" sz="1800" b="1" i="0" u="none" strike="noStrike" kern="1200" cap="none" spc="0" normalizeH="0" baseline="0" noProof="0" dirty="0" smtClean="0">
                <a:ln>
                  <a:noFill/>
                </a:ln>
                <a:solidFill>
                  <a:schemeClr val="tx1"/>
                </a:solidFill>
                <a:effectLst/>
                <a:uLnTx/>
                <a:uFillTx/>
                <a:latin typeface="+mj-lt"/>
                <a:ea typeface="+mj-ea"/>
                <a:cs typeface="+mj-cs"/>
              </a:rPr>
              <a:t> of </a:t>
            </a:r>
            <a:r>
              <a:rPr kumimoji="0" lang="es-ES" sz="1800" b="1" i="0" u="none" strike="noStrike" kern="1200" cap="none" spc="0" normalizeH="0" baseline="0" noProof="0" dirty="0" err="1" smtClean="0">
                <a:ln>
                  <a:noFill/>
                </a:ln>
                <a:solidFill>
                  <a:schemeClr val="tx1"/>
                </a:solidFill>
                <a:effectLst/>
                <a:uLnTx/>
                <a:uFillTx/>
                <a:latin typeface="+mj-lt"/>
                <a:ea typeface="+mj-ea"/>
                <a:cs typeface="+mj-cs"/>
              </a:rPr>
              <a:t>the</a:t>
            </a:r>
            <a:r>
              <a:rPr lang="es-ES" b="1" dirty="0" smtClean="0"/>
              <a:t> 8D</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8" name="7 CuadroTexto"/>
          <p:cNvSpPr txBox="1"/>
          <p:nvPr/>
        </p:nvSpPr>
        <p:spPr>
          <a:xfrm>
            <a:off x="323528" y="1124744"/>
            <a:ext cx="2376264" cy="369332"/>
          </a:xfrm>
          <a:prstGeom prst="rect">
            <a:avLst/>
          </a:prstGeom>
          <a:noFill/>
        </p:spPr>
        <p:txBody>
          <a:bodyPr wrap="square" rtlCol="0">
            <a:spAutoFit/>
          </a:bodyPr>
          <a:lstStyle/>
          <a:p>
            <a:r>
              <a:rPr lang="es-ES" dirty="0" smtClean="0"/>
              <a:t>In </a:t>
            </a:r>
            <a:r>
              <a:rPr lang="es-ES" dirty="0" err="1" smtClean="0"/>
              <a:t>process</a:t>
            </a:r>
            <a:endParaRPr lang="es-ES" dirty="0"/>
          </a:p>
        </p:txBody>
      </p:sp>
      <p:sp>
        <p:nvSpPr>
          <p:cNvPr id="9" name="8 CuadroTexto"/>
          <p:cNvSpPr txBox="1"/>
          <p:nvPr/>
        </p:nvSpPr>
        <p:spPr>
          <a:xfrm>
            <a:off x="323528" y="2852936"/>
            <a:ext cx="2448272" cy="369332"/>
          </a:xfrm>
          <a:prstGeom prst="rect">
            <a:avLst/>
          </a:prstGeom>
          <a:noFill/>
        </p:spPr>
        <p:txBody>
          <a:bodyPr wrap="square" rtlCol="0">
            <a:spAutoFit/>
          </a:bodyPr>
          <a:lstStyle/>
          <a:p>
            <a:r>
              <a:rPr lang="es-ES" dirty="0" err="1" smtClean="0"/>
              <a:t>Disapproved</a:t>
            </a:r>
            <a:r>
              <a:rPr lang="es-ES" dirty="0" smtClean="0"/>
              <a:t> </a:t>
            </a:r>
            <a:r>
              <a:rPr lang="es-ES" dirty="0" err="1" smtClean="0"/>
              <a:t>phase</a:t>
            </a:r>
            <a:endParaRPr lang="es-ES" dirty="0"/>
          </a:p>
        </p:txBody>
      </p:sp>
      <p:sp>
        <p:nvSpPr>
          <p:cNvPr id="10" name="9 CuadroTexto"/>
          <p:cNvSpPr txBox="1"/>
          <p:nvPr/>
        </p:nvSpPr>
        <p:spPr>
          <a:xfrm>
            <a:off x="395536" y="4653136"/>
            <a:ext cx="2448272" cy="369332"/>
          </a:xfrm>
          <a:prstGeom prst="rect">
            <a:avLst/>
          </a:prstGeom>
          <a:noFill/>
        </p:spPr>
        <p:txBody>
          <a:bodyPr wrap="square" rtlCol="0">
            <a:spAutoFit/>
          </a:bodyPr>
          <a:lstStyle/>
          <a:p>
            <a:r>
              <a:rPr lang="es-ES" dirty="0" err="1" smtClean="0"/>
              <a:t>Approved</a:t>
            </a:r>
            <a:r>
              <a:rPr lang="es-ES" dirty="0" smtClean="0"/>
              <a:t> </a:t>
            </a:r>
            <a:r>
              <a:rPr lang="es-ES" dirty="0" err="1" smtClean="0"/>
              <a:t>phase</a:t>
            </a:r>
            <a:endParaRPr lang="es-ES" dirty="0"/>
          </a:p>
        </p:txBody>
      </p:sp>
      <p:pic>
        <p:nvPicPr>
          <p:cNvPr id="7170" name="Picture 2"/>
          <p:cNvPicPr>
            <a:picLocks noChangeAspect="1" noChangeArrowheads="1"/>
          </p:cNvPicPr>
          <p:nvPr/>
        </p:nvPicPr>
        <p:blipFill>
          <a:blip r:embed="rId2" cstate="print"/>
          <a:srcRect t="14371" b="7964"/>
          <a:stretch>
            <a:fillRect/>
          </a:stretch>
        </p:blipFill>
        <p:spPr bwMode="auto">
          <a:xfrm>
            <a:off x="395536" y="1484784"/>
            <a:ext cx="8136904" cy="1316832"/>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t="16648"/>
          <a:stretch>
            <a:fillRect/>
          </a:stretch>
        </p:blipFill>
        <p:spPr bwMode="auto">
          <a:xfrm>
            <a:off x="395537" y="3284984"/>
            <a:ext cx="8208912" cy="1359162"/>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395536" y="5157192"/>
            <a:ext cx="8136904" cy="1415522"/>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a:spLocks noGrp="1"/>
          </p:cNvSpPr>
          <p:nvPr>
            <p:ph idx="1"/>
          </p:nvPr>
        </p:nvSpPr>
        <p:spPr>
          <a:xfrm>
            <a:off x="0" y="2996952"/>
            <a:ext cx="9144000" cy="532656"/>
          </a:xfrm>
        </p:spPr>
        <p:txBody>
          <a:bodyPr/>
          <a:lstStyle/>
          <a:p>
            <a:pPr algn="ctr">
              <a:buNone/>
            </a:pPr>
            <a:r>
              <a:rPr lang="es-ES" dirty="0" smtClean="0"/>
              <a:t>6. PHASE 7-8: MONITORING OF THE NC</a:t>
            </a:r>
            <a:endParaRPr lang="es-E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1 Título"/>
          <p:cNvSpPr txBox="1">
            <a:spLocks/>
          </p:cNvSpPr>
          <p:nvPr/>
        </p:nvSpPr>
        <p:spPr>
          <a:xfrm>
            <a:off x="323528" y="908720"/>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6.1 </a:t>
            </a:r>
            <a:r>
              <a:rPr lang="es-ES" b="1" dirty="0" err="1" smtClean="0"/>
              <a:t>Situation</a:t>
            </a:r>
            <a:r>
              <a:rPr lang="es-ES" b="1" dirty="0" smtClean="0"/>
              <a:t> of </a:t>
            </a:r>
            <a:r>
              <a:rPr lang="es-ES" b="1" dirty="0" err="1" smtClean="0"/>
              <a:t>the</a:t>
            </a:r>
            <a:r>
              <a:rPr lang="es-ES" b="1" dirty="0" smtClean="0"/>
              <a:t> </a:t>
            </a:r>
            <a:r>
              <a:rPr lang="es-ES" b="1" dirty="0" err="1" smtClean="0"/>
              <a:t>Phase</a:t>
            </a:r>
            <a:r>
              <a:rPr lang="es-ES" b="1" dirty="0" smtClean="0"/>
              <a:t>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2 Marcador de contenido"/>
          <p:cNvSpPr>
            <a:spLocks noGrp="1"/>
          </p:cNvSpPr>
          <p:nvPr>
            <p:ph idx="1"/>
          </p:nvPr>
        </p:nvSpPr>
        <p:spPr/>
        <p:txBody>
          <a:bodyPr/>
          <a:lstStyle/>
          <a:p>
            <a:r>
              <a:rPr lang="es-ES" sz="2400" dirty="0" err="1" smtClean="0"/>
              <a:t>The</a:t>
            </a:r>
            <a:r>
              <a:rPr lang="es-ES" sz="2400" dirty="0" smtClean="0"/>
              <a:t> </a:t>
            </a:r>
            <a:r>
              <a:rPr lang="es-ES" sz="2400" dirty="0" err="1" smtClean="0"/>
              <a:t>person</a:t>
            </a:r>
            <a:r>
              <a:rPr lang="es-ES" sz="2400" dirty="0" smtClean="0"/>
              <a:t> in </a:t>
            </a:r>
            <a:r>
              <a:rPr lang="es-ES" sz="2400" dirty="0" err="1" smtClean="0"/>
              <a:t>charge</a:t>
            </a:r>
            <a:r>
              <a:rPr lang="es-ES" sz="2400" dirty="0" smtClean="0"/>
              <a:t> of </a:t>
            </a:r>
            <a:r>
              <a:rPr lang="es-ES" sz="2400" dirty="0" err="1" smtClean="0"/>
              <a:t>the</a:t>
            </a:r>
            <a:r>
              <a:rPr lang="es-ES" sz="2400" dirty="0" smtClean="0"/>
              <a:t> NC has </a:t>
            </a:r>
            <a:r>
              <a:rPr lang="es-ES" sz="2400" dirty="0" err="1" smtClean="0"/>
              <a:t>received</a:t>
            </a:r>
            <a:r>
              <a:rPr lang="es-ES" sz="2400" dirty="0" smtClean="0"/>
              <a:t> </a:t>
            </a:r>
            <a:r>
              <a:rPr lang="es-ES" sz="2400" dirty="0" err="1" smtClean="0"/>
              <a:t>the</a:t>
            </a:r>
            <a:r>
              <a:rPr lang="es-ES" sz="2400" dirty="0" smtClean="0"/>
              <a:t> </a:t>
            </a:r>
            <a:r>
              <a:rPr lang="es-ES" sz="2400" dirty="0" err="1" smtClean="0"/>
              <a:t>approval</a:t>
            </a:r>
            <a:r>
              <a:rPr lang="es-ES" sz="2400" dirty="0" smtClean="0"/>
              <a:t> of </a:t>
            </a:r>
            <a:r>
              <a:rPr lang="es-ES" sz="2400" dirty="0" err="1" smtClean="0"/>
              <a:t>the</a:t>
            </a:r>
            <a:r>
              <a:rPr lang="es-ES" sz="2400" dirty="0" smtClean="0"/>
              <a:t> 5-6 </a:t>
            </a:r>
            <a:r>
              <a:rPr lang="es-ES" sz="2400" dirty="0" err="1" smtClean="0"/>
              <a:t>Phase</a:t>
            </a:r>
            <a:r>
              <a:rPr lang="es-ES" sz="2400" dirty="0" smtClean="0"/>
              <a:t>. So, he can </a:t>
            </a:r>
            <a:r>
              <a:rPr lang="es-ES" sz="2400" dirty="0" err="1" smtClean="0"/>
              <a:t>proceed</a:t>
            </a:r>
            <a:r>
              <a:rPr lang="es-ES" sz="2400" dirty="0" smtClean="0"/>
              <a:t> </a:t>
            </a:r>
            <a:r>
              <a:rPr lang="es-ES" sz="2400" dirty="0" err="1" smtClean="0"/>
              <a:t>with</a:t>
            </a:r>
            <a:r>
              <a:rPr lang="es-ES" sz="2400" dirty="0" smtClean="0"/>
              <a:t> </a:t>
            </a:r>
            <a:r>
              <a:rPr lang="es-ES" sz="2400" dirty="0" err="1" smtClean="0"/>
              <a:t>the</a:t>
            </a:r>
            <a:r>
              <a:rPr lang="es-ES" sz="2400" dirty="0" smtClean="0"/>
              <a:t> </a:t>
            </a:r>
            <a:r>
              <a:rPr lang="es-ES" sz="2400" dirty="0" err="1" smtClean="0"/>
              <a:t>development</a:t>
            </a:r>
            <a:r>
              <a:rPr lang="es-ES" sz="2400" dirty="0" smtClean="0"/>
              <a:t> of </a:t>
            </a:r>
            <a:r>
              <a:rPr lang="es-ES" sz="2400" dirty="0" err="1" smtClean="0"/>
              <a:t>the</a:t>
            </a:r>
            <a:r>
              <a:rPr lang="es-ES" sz="2400" dirty="0" smtClean="0"/>
              <a:t> 7-8 </a:t>
            </a:r>
            <a:r>
              <a:rPr lang="es-ES" sz="2400" dirty="0" err="1" smtClean="0"/>
              <a:t>Phase</a:t>
            </a:r>
            <a:r>
              <a:rPr lang="es-ES" sz="2400" dirty="0" smtClean="0"/>
              <a:t>. </a:t>
            </a:r>
            <a:r>
              <a:rPr lang="es-ES" sz="2400" dirty="0" err="1" smtClean="0"/>
              <a:t>For</a:t>
            </a:r>
            <a:r>
              <a:rPr lang="es-ES" sz="2400" dirty="0" smtClean="0"/>
              <a:t> </a:t>
            </a:r>
            <a:r>
              <a:rPr lang="es-ES" sz="2400" dirty="0" err="1" smtClean="0"/>
              <a:t>it</a:t>
            </a:r>
            <a:r>
              <a:rPr lang="es-ES" sz="2400" dirty="0" smtClean="0"/>
              <a:t>, </a:t>
            </a:r>
            <a:r>
              <a:rPr lang="es-ES" sz="2400" dirty="0" err="1" smtClean="0"/>
              <a:t>there</a:t>
            </a:r>
            <a:r>
              <a:rPr lang="es-ES" sz="2400" dirty="0" smtClean="0"/>
              <a:t> </a:t>
            </a:r>
            <a:r>
              <a:rPr lang="es-ES" sz="2400" dirty="0" err="1" smtClean="0"/>
              <a:t>is</a:t>
            </a:r>
            <a:r>
              <a:rPr lang="es-ES" sz="2400" dirty="0" smtClean="0"/>
              <a:t> a </a:t>
            </a:r>
            <a:r>
              <a:rPr lang="es-ES" sz="2400" dirty="0" err="1" smtClean="0"/>
              <a:t>direct</a:t>
            </a:r>
            <a:r>
              <a:rPr lang="es-ES" sz="2400" dirty="0" smtClean="0"/>
              <a:t> </a:t>
            </a:r>
            <a:r>
              <a:rPr lang="es-ES" sz="2400" dirty="0" err="1" smtClean="0"/>
              <a:t>acces</a:t>
            </a:r>
            <a:r>
              <a:rPr lang="es-ES" sz="2400" dirty="0" smtClean="0"/>
              <a:t> in </a:t>
            </a:r>
            <a:r>
              <a:rPr lang="es-ES" sz="2400" dirty="0" err="1" smtClean="0"/>
              <a:t>the</a:t>
            </a:r>
            <a:r>
              <a:rPr lang="es-ES" sz="2400" dirty="0" smtClean="0"/>
              <a:t> email. </a:t>
            </a:r>
          </a:p>
          <a:p>
            <a:endParaRPr lang="es-ES" sz="2400" dirty="0" smtClean="0"/>
          </a:p>
          <a:p>
            <a:endParaRPr lang="es-ES" dirty="0"/>
          </a:p>
        </p:txBody>
      </p:sp>
      <p:pic>
        <p:nvPicPr>
          <p:cNvPr id="8194" name="Picture 2"/>
          <p:cNvPicPr>
            <a:picLocks noChangeAspect="1" noChangeArrowheads="1"/>
          </p:cNvPicPr>
          <p:nvPr/>
        </p:nvPicPr>
        <p:blipFill>
          <a:blip r:embed="rId3" cstate="print"/>
          <a:srcRect/>
          <a:stretch>
            <a:fillRect/>
          </a:stretch>
        </p:blipFill>
        <p:spPr bwMode="auto">
          <a:xfrm>
            <a:off x="899592" y="4941168"/>
            <a:ext cx="7214477" cy="930399"/>
          </a:xfrm>
          <a:prstGeom prst="rect">
            <a:avLst/>
          </a:prstGeom>
          <a:noFill/>
          <a:ln w="9525">
            <a:noFill/>
            <a:miter lim="800000"/>
            <a:headEnd/>
            <a:tailEnd/>
          </a:ln>
        </p:spPr>
      </p:pic>
      <p:sp>
        <p:nvSpPr>
          <p:cNvPr id="7" name="6 Elipse"/>
          <p:cNvSpPr/>
          <p:nvPr/>
        </p:nvSpPr>
        <p:spPr>
          <a:xfrm>
            <a:off x="2123728" y="5229200"/>
            <a:ext cx="936104" cy="288032"/>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331640" y="1196752"/>
            <a:ext cx="5619750" cy="5295900"/>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6.2 </a:t>
            </a:r>
            <a:r>
              <a:rPr lang="es-ES" b="1" dirty="0" err="1" smtClean="0"/>
              <a:t>Neccesary</a:t>
            </a:r>
            <a:r>
              <a:rPr lang="es-ES" b="1" dirty="0" smtClean="0"/>
              <a:t> </a:t>
            </a:r>
            <a:r>
              <a:rPr lang="es-ES" b="1" dirty="0" err="1" smtClean="0"/>
              <a:t>fields</a:t>
            </a:r>
            <a:r>
              <a:rPr lang="es-ES" b="1" dirty="0" smtClean="0"/>
              <a:t> </a:t>
            </a:r>
            <a:r>
              <a:rPr lang="es-ES" b="1" dirty="0" err="1" smtClean="0"/>
              <a:t>to</a:t>
            </a:r>
            <a:r>
              <a:rPr lang="es-ES" b="1" dirty="0" smtClean="0"/>
              <a:t> </a:t>
            </a:r>
            <a:r>
              <a:rPr lang="es-ES" b="1" dirty="0" err="1" smtClean="0"/>
              <a:t>request</a:t>
            </a:r>
            <a:r>
              <a:rPr lang="es-ES" b="1" dirty="0" smtClean="0"/>
              <a:t> </a:t>
            </a:r>
            <a:r>
              <a:rPr lang="es-ES" b="1" dirty="0" err="1" smtClean="0"/>
              <a:t>approval</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7" name="6 Rectángulo"/>
          <p:cNvSpPr/>
          <p:nvPr/>
        </p:nvSpPr>
        <p:spPr>
          <a:xfrm>
            <a:off x="6012160" y="1772816"/>
            <a:ext cx="792088" cy="28803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1331640" y="2348880"/>
            <a:ext cx="5472608" cy="216024"/>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4067944" y="3933056"/>
            <a:ext cx="936104" cy="2448272"/>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2" cstate="print"/>
          <a:srcRect/>
          <a:stretch>
            <a:fillRect/>
          </a:stretch>
        </p:blipFill>
        <p:spPr bwMode="auto">
          <a:xfrm>
            <a:off x="1331640" y="1196752"/>
            <a:ext cx="5619750" cy="5295900"/>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6.3 </a:t>
            </a:r>
            <a:r>
              <a:rPr lang="es-ES" b="1" dirty="0" err="1" smtClean="0"/>
              <a:t>Fields</a:t>
            </a:r>
            <a:r>
              <a:rPr lang="es-ES" b="1" dirty="0" smtClean="0"/>
              <a:t> of </a:t>
            </a:r>
            <a:r>
              <a:rPr lang="es-ES" b="1" dirty="0" err="1" smtClean="0"/>
              <a:t>the</a:t>
            </a:r>
            <a:r>
              <a:rPr lang="es-ES" b="1" dirty="0" smtClean="0"/>
              <a:t> </a:t>
            </a:r>
            <a:r>
              <a:rPr lang="es-ES" b="1" dirty="0" err="1" smtClean="0"/>
              <a:t>Phase</a:t>
            </a:r>
            <a:r>
              <a:rPr lang="es-ES" b="1" dirty="0" smtClean="0"/>
              <a:t>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7" name="6 Elipse"/>
          <p:cNvSpPr/>
          <p:nvPr/>
        </p:nvSpPr>
        <p:spPr>
          <a:xfrm>
            <a:off x="4211960" y="3933056"/>
            <a:ext cx="216024"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9" name="8 Conector recto de flecha"/>
          <p:cNvCxnSpPr>
            <a:stCxn id="7" idx="6"/>
            <a:endCxn id="10" idx="1"/>
          </p:cNvCxnSpPr>
          <p:nvPr/>
        </p:nvCxnSpPr>
        <p:spPr>
          <a:xfrm>
            <a:off x="4427984" y="4041068"/>
            <a:ext cx="576064" cy="3600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9 Rectángulo"/>
          <p:cNvSpPr/>
          <p:nvPr/>
        </p:nvSpPr>
        <p:spPr>
          <a:xfrm>
            <a:off x="5004048" y="3933056"/>
            <a:ext cx="1728192"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p:cNvSpPr txBox="1"/>
          <p:nvPr/>
        </p:nvSpPr>
        <p:spPr>
          <a:xfrm>
            <a:off x="3707904" y="4293096"/>
            <a:ext cx="3168352" cy="738664"/>
          </a:xfrm>
          <a:prstGeom prst="rect">
            <a:avLst/>
          </a:prstGeom>
          <a:noFill/>
          <a:ln>
            <a:solidFill>
              <a:srgbClr val="FF0000"/>
            </a:solidFill>
          </a:ln>
        </p:spPr>
        <p:txBody>
          <a:bodyPr wrap="square" rtlCol="0">
            <a:spAutoFit/>
          </a:bodyPr>
          <a:lstStyle/>
          <a:p>
            <a:r>
              <a:rPr lang="es-ES" sz="1400" dirty="0" smtClean="0">
                <a:solidFill>
                  <a:srgbClr val="FF0000"/>
                </a:solidFill>
              </a:rPr>
              <a:t>In case of “yes”, </a:t>
            </a:r>
            <a:r>
              <a:rPr lang="es-ES" sz="1400" dirty="0" err="1" smtClean="0">
                <a:solidFill>
                  <a:srgbClr val="FF0000"/>
                </a:solidFill>
              </a:rPr>
              <a:t>it</a:t>
            </a:r>
            <a:r>
              <a:rPr lang="es-ES" sz="1400" dirty="0" smtClean="0">
                <a:solidFill>
                  <a:srgbClr val="FF0000"/>
                </a:solidFill>
              </a:rPr>
              <a:t> </a:t>
            </a:r>
            <a:r>
              <a:rPr lang="es-ES" sz="1400" dirty="0" err="1" smtClean="0">
                <a:solidFill>
                  <a:srgbClr val="FF0000"/>
                </a:solidFill>
              </a:rPr>
              <a:t>will</a:t>
            </a:r>
            <a:r>
              <a:rPr lang="es-ES" sz="1400" dirty="0" smtClean="0">
                <a:solidFill>
                  <a:srgbClr val="FF0000"/>
                </a:solidFill>
              </a:rPr>
              <a:t> </a:t>
            </a:r>
            <a:r>
              <a:rPr lang="es-ES" sz="1400" dirty="0" err="1" smtClean="0">
                <a:solidFill>
                  <a:srgbClr val="FF0000"/>
                </a:solidFill>
              </a:rPr>
              <a:t>be</a:t>
            </a:r>
            <a:r>
              <a:rPr lang="es-ES" sz="1400" dirty="0" smtClean="0">
                <a:solidFill>
                  <a:srgbClr val="FF0000"/>
                </a:solidFill>
              </a:rPr>
              <a:t> </a:t>
            </a:r>
            <a:r>
              <a:rPr lang="es-ES" sz="1400" dirty="0" err="1" smtClean="0">
                <a:solidFill>
                  <a:srgbClr val="FF0000"/>
                </a:solidFill>
              </a:rPr>
              <a:t>compulsory</a:t>
            </a:r>
            <a:r>
              <a:rPr lang="es-ES" sz="1400" dirty="0" smtClean="0">
                <a:solidFill>
                  <a:srgbClr val="FF0000"/>
                </a:solidFill>
              </a:rPr>
              <a:t> </a:t>
            </a:r>
            <a:r>
              <a:rPr lang="es-ES" sz="1400" dirty="0" err="1" smtClean="0">
                <a:solidFill>
                  <a:srgbClr val="FF0000"/>
                </a:solidFill>
              </a:rPr>
              <a:t>to</a:t>
            </a:r>
            <a:r>
              <a:rPr lang="es-ES" sz="1400" dirty="0" smtClean="0">
                <a:solidFill>
                  <a:srgbClr val="FF0000"/>
                </a:solidFill>
              </a:rPr>
              <a:t> define </a:t>
            </a:r>
            <a:r>
              <a:rPr lang="es-ES" sz="1400" dirty="0" err="1" smtClean="0">
                <a:solidFill>
                  <a:srgbClr val="FF0000"/>
                </a:solidFill>
              </a:rPr>
              <a:t>the</a:t>
            </a:r>
            <a:r>
              <a:rPr lang="es-ES" sz="1400" dirty="0" smtClean="0">
                <a:solidFill>
                  <a:srgbClr val="FF0000"/>
                </a:solidFill>
              </a:rPr>
              <a:t> </a:t>
            </a:r>
            <a:r>
              <a:rPr lang="es-ES" sz="1400" dirty="0" err="1" smtClean="0">
                <a:solidFill>
                  <a:srgbClr val="FF0000"/>
                </a:solidFill>
              </a:rPr>
              <a:t>responsible</a:t>
            </a:r>
            <a:r>
              <a:rPr lang="es-ES" sz="1400" dirty="0" smtClean="0">
                <a:solidFill>
                  <a:srgbClr val="FF0000"/>
                </a:solidFill>
              </a:rPr>
              <a:t> and </a:t>
            </a:r>
            <a:r>
              <a:rPr lang="es-ES" sz="1400" dirty="0" err="1" smtClean="0">
                <a:solidFill>
                  <a:srgbClr val="FF0000"/>
                </a:solidFill>
              </a:rPr>
              <a:t>the</a:t>
            </a:r>
            <a:r>
              <a:rPr lang="es-ES" sz="1400" dirty="0" smtClean="0">
                <a:solidFill>
                  <a:srgbClr val="FF0000"/>
                </a:solidFill>
              </a:rPr>
              <a:t> </a:t>
            </a:r>
            <a:r>
              <a:rPr lang="es-ES" sz="1400" dirty="0" err="1" smtClean="0">
                <a:solidFill>
                  <a:srgbClr val="FF0000"/>
                </a:solidFill>
              </a:rPr>
              <a:t>deadlines</a:t>
            </a:r>
            <a:r>
              <a:rPr lang="es-ES" sz="1400" dirty="0" smtClean="0">
                <a:solidFill>
                  <a:srgbClr val="FF0000"/>
                </a:solidFill>
              </a:rPr>
              <a:t>.</a:t>
            </a:r>
            <a:endParaRPr lang="es-ES" sz="1400" dirty="0">
              <a:solidFill>
                <a:srgbClr val="FF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6.4 </a:t>
            </a:r>
            <a:r>
              <a:rPr lang="es-ES" b="1" dirty="0" err="1" smtClean="0"/>
              <a:t>Approval</a:t>
            </a:r>
            <a:r>
              <a:rPr lang="es-ES" b="1" dirty="0" smtClean="0"/>
              <a:t> </a:t>
            </a:r>
            <a:r>
              <a:rPr lang="es-ES" b="1" dirty="0" err="1" smtClean="0"/>
              <a:t>Request</a:t>
            </a:r>
            <a:r>
              <a:rPr lang="es-ES" b="1" dirty="0" smtClean="0"/>
              <a:t> </a:t>
            </a:r>
            <a:r>
              <a:rPr lang="es-ES" b="1" dirty="0" err="1" smtClean="0"/>
              <a:t>Phase</a:t>
            </a:r>
            <a:r>
              <a:rPr lang="es-ES" b="1" dirty="0" smtClean="0"/>
              <a:t>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5" name="2 Marcador de contenido"/>
          <p:cNvSpPr>
            <a:spLocks noGrp="1"/>
          </p:cNvSpPr>
          <p:nvPr>
            <p:ph idx="1"/>
          </p:nvPr>
        </p:nvSpPr>
        <p:spPr/>
        <p:txBody>
          <a:bodyPr/>
          <a:lstStyle/>
          <a:p>
            <a:r>
              <a:rPr lang="es-ES" sz="2400" dirty="0" err="1" smtClean="0"/>
              <a:t>The</a:t>
            </a:r>
            <a:r>
              <a:rPr lang="es-ES" sz="2400" dirty="0" smtClean="0"/>
              <a:t> </a:t>
            </a:r>
            <a:r>
              <a:rPr lang="es-ES" sz="2400" dirty="0" err="1" smtClean="0"/>
              <a:t>metodology</a:t>
            </a:r>
            <a:r>
              <a:rPr lang="es-ES" sz="2400" dirty="0" smtClean="0"/>
              <a:t> of </a:t>
            </a:r>
            <a:r>
              <a:rPr lang="es-ES" sz="2400" dirty="0" err="1" smtClean="0"/>
              <a:t>requesting</a:t>
            </a:r>
            <a:r>
              <a:rPr lang="es-ES" sz="2400" dirty="0" smtClean="0"/>
              <a:t> </a:t>
            </a:r>
            <a:r>
              <a:rPr lang="es-ES" sz="2400" dirty="0" err="1" smtClean="0"/>
              <a:t>approval</a:t>
            </a:r>
            <a:r>
              <a:rPr lang="es-ES" sz="2400" dirty="0" smtClean="0"/>
              <a:t> (</a:t>
            </a:r>
            <a:r>
              <a:rPr lang="es-ES" sz="2400" dirty="0" err="1" smtClean="0"/>
              <a:t>emailing</a:t>
            </a:r>
            <a:r>
              <a:rPr lang="es-ES" sz="2400" dirty="0" smtClean="0"/>
              <a:t>, </a:t>
            </a:r>
            <a:r>
              <a:rPr lang="es-ES" sz="2400" dirty="0" err="1" smtClean="0"/>
              <a:t>approve</a:t>
            </a:r>
            <a:r>
              <a:rPr lang="es-ES" sz="2400" dirty="0" smtClean="0"/>
              <a:t>, </a:t>
            </a:r>
            <a:r>
              <a:rPr lang="es-ES" sz="2400" dirty="0" err="1" smtClean="0"/>
              <a:t>disapprove</a:t>
            </a:r>
            <a:r>
              <a:rPr lang="es-ES" sz="2400" dirty="0" smtClean="0"/>
              <a:t>…) </a:t>
            </a:r>
            <a:r>
              <a:rPr lang="es-ES" sz="2400" dirty="0" err="1" smtClean="0"/>
              <a:t>is</a:t>
            </a:r>
            <a:r>
              <a:rPr lang="es-ES" sz="2400" dirty="0" smtClean="0"/>
              <a:t> </a:t>
            </a:r>
            <a:r>
              <a:rPr lang="es-ES" sz="2400" dirty="0" err="1" smtClean="0"/>
              <a:t>exactly</a:t>
            </a:r>
            <a:r>
              <a:rPr lang="es-ES" sz="2400" dirty="0" smtClean="0"/>
              <a:t> </a:t>
            </a:r>
            <a:r>
              <a:rPr lang="es-ES" sz="2400" dirty="0" err="1" smtClean="0"/>
              <a:t>the</a:t>
            </a:r>
            <a:r>
              <a:rPr lang="es-ES" sz="2400" dirty="0" smtClean="0"/>
              <a:t> </a:t>
            </a:r>
            <a:r>
              <a:rPr lang="es-ES" sz="2400" dirty="0" err="1" smtClean="0"/>
              <a:t>same</a:t>
            </a:r>
            <a:r>
              <a:rPr lang="es-ES" sz="2400" dirty="0" smtClean="0"/>
              <a:t> as </a:t>
            </a:r>
            <a:r>
              <a:rPr lang="es-ES" sz="2400" dirty="0" err="1" smtClean="0"/>
              <a:t>described</a:t>
            </a:r>
            <a:r>
              <a:rPr lang="es-ES" sz="2400" dirty="0" smtClean="0"/>
              <a:t> in </a:t>
            </a:r>
            <a:r>
              <a:rPr lang="es-ES" sz="2400" dirty="0" err="1" smtClean="0"/>
              <a:t>the</a:t>
            </a:r>
            <a:r>
              <a:rPr lang="es-ES" sz="2400" dirty="0" smtClean="0"/>
              <a:t> </a:t>
            </a:r>
            <a:r>
              <a:rPr lang="es-ES" sz="2400" dirty="0" err="1" smtClean="0"/>
              <a:t>Phase</a:t>
            </a:r>
            <a:r>
              <a:rPr lang="es-ES" sz="2400" dirty="0" smtClean="0"/>
              <a:t> 2-4. </a:t>
            </a:r>
            <a:r>
              <a:rPr lang="es-ES" sz="2400" b="1" dirty="0" err="1" smtClean="0"/>
              <a:t>See</a:t>
            </a:r>
            <a:r>
              <a:rPr lang="es-ES" sz="2400" b="1" dirty="0" smtClean="0"/>
              <a:t> </a:t>
            </a:r>
            <a:r>
              <a:rPr lang="es-ES" sz="2400" b="1" dirty="0" err="1" smtClean="0"/>
              <a:t>slides</a:t>
            </a:r>
            <a:r>
              <a:rPr lang="es-ES" sz="2400" b="1" dirty="0" smtClean="0"/>
              <a:t> </a:t>
            </a:r>
            <a:r>
              <a:rPr lang="es-ES" sz="2400" b="1" dirty="0" err="1" smtClean="0"/>
              <a:t>above</a:t>
            </a:r>
            <a:r>
              <a:rPr lang="es-ES" sz="2400" b="1" dirty="0" smtClean="0"/>
              <a:t> (3.4)</a:t>
            </a:r>
            <a:endParaRPr lang="es-ES" sz="2400" b="1"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6.5 </a:t>
            </a:r>
            <a:r>
              <a:rPr lang="es-ES" b="1" dirty="0" err="1" smtClean="0"/>
              <a:t>Monitoring</a:t>
            </a:r>
            <a:r>
              <a:rPr lang="es-ES" b="1" dirty="0" smtClean="0"/>
              <a:t> of </a:t>
            </a:r>
            <a:r>
              <a:rPr lang="es-ES" b="1" dirty="0" err="1" smtClean="0"/>
              <a:t>the</a:t>
            </a:r>
            <a:r>
              <a:rPr lang="es-ES" b="1" dirty="0" smtClean="0"/>
              <a:t> 8D </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CuadroTexto"/>
          <p:cNvSpPr txBox="1"/>
          <p:nvPr/>
        </p:nvSpPr>
        <p:spPr>
          <a:xfrm>
            <a:off x="395536" y="1196752"/>
            <a:ext cx="2304256" cy="369332"/>
          </a:xfrm>
          <a:prstGeom prst="rect">
            <a:avLst/>
          </a:prstGeom>
          <a:noFill/>
        </p:spPr>
        <p:txBody>
          <a:bodyPr wrap="square" rtlCol="0">
            <a:spAutoFit/>
          </a:bodyPr>
          <a:lstStyle/>
          <a:p>
            <a:r>
              <a:rPr lang="es-ES" dirty="0" smtClean="0"/>
              <a:t>In </a:t>
            </a:r>
            <a:r>
              <a:rPr lang="es-ES" dirty="0" err="1" smtClean="0"/>
              <a:t>process</a:t>
            </a:r>
            <a:endParaRPr lang="es-ES" dirty="0"/>
          </a:p>
        </p:txBody>
      </p:sp>
      <p:sp>
        <p:nvSpPr>
          <p:cNvPr id="7" name="6 CuadroTexto"/>
          <p:cNvSpPr txBox="1"/>
          <p:nvPr/>
        </p:nvSpPr>
        <p:spPr>
          <a:xfrm>
            <a:off x="323528" y="2852936"/>
            <a:ext cx="2448272" cy="369332"/>
          </a:xfrm>
          <a:prstGeom prst="rect">
            <a:avLst/>
          </a:prstGeom>
          <a:noFill/>
        </p:spPr>
        <p:txBody>
          <a:bodyPr wrap="square" rtlCol="0">
            <a:spAutoFit/>
          </a:bodyPr>
          <a:lstStyle/>
          <a:p>
            <a:r>
              <a:rPr lang="es-ES" dirty="0" err="1" smtClean="0"/>
              <a:t>Disapproved</a:t>
            </a:r>
            <a:r>
              <a:rPr lang="es-ES" dirty="0" smtClean="0"/>
              <a:t> </a:t>
            </a:r>
            <a:r>
              <a:rPr lang="es-ES" dirty="0" err="1" smtClean="0"/>
              <a:t>phase</a:t>
            </a:r>
            <a:endParaRPr lang="es-ES" dirty="0"/>
          </a:p>
        </p:txBody>
      </p:sp>
      <p:sp>
        <p:nvSpPr>
          <p:cNvPr id="8" name="7 CuadroTexto"/>
          <p:cNvSpPr txBox="1"/>
          <p:nvPr/>
        </p:nvSpPr>
        <p:spPr>
          <a:xfrm>
            <a:off x="323528" y="4653136"/>
            <a:ext cx="2448272" cy="369332"/>
          </a:xfrm>
          <a:prstGeom prst="rect">
            <a:avLst/>
          </a:prstGeom>
          <a:noFill/>
        </p:spPr>
        <p:txBody>
          <a:bodyPr wrap="square" rtlCol="0">
            <a:spAutoFit/>
          </a:bodyPr>
          <a:lstStyle/>
          <a:p>
            <a:r>
              <a:rPr lang="es-ES" dirty="0" err="1" smtClean="0"/>
              <a:t>Approved</a:t>
            </a:r>
            <a:r>
              <a:rPr lang="es-ES" dirty="0" smtClean="0"/>
              <a:t> </a:t>
            </a:r>
            <a:r>
              <a:rPr lang="es-ES" dirty="0" err="1" smtClean="0"/>
              <a:t>phase</a:t>
            </a:r>
            <a:endParaRPr lang="es-ES" dirty="0"/>
          </a:p>
        </p:txBody>
      </p:sp>
      <p:pic>
        <p:nvPicPr>
          <p:cNvPr id="9218" name="Picture 2"/>
          <p:cNvPicPr>
            <a:picLocks noChangeAspect="1" noChangeArrowheads="1"/>
          </p:cNvPicPr>
          <p:nvPr/>
        </p:nvPicPr>
        <p:blipFill>
          <a:blip r:embed="rId2" cstate="print"/>
          <a:srcRect/>
          <a:stretch>
            <a:fillRect/>
          </a:stretch>
        </p:blipFill>
        <p:spPr bwMode="auto">
          <a:xfrm>
            <a:off x="467544" y="1556792"/>
            <a:ext cx="8136904" cy="1301341"/>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395536" y="5157192"/>
            <a:ext cx="8208912" cy="1385317"/>
          </a:xfrm>
          <a:prstGeom prst="rect">
            <a:avLst/>
          </a:prstGeom>
          <a:noFill/>
          <a:ln w="9525">
            <a:noFill/>
            <a:miter lim="800000"/>
            <a:headEnd/>
            <a:tailEnd/>
          </a:ln>
        </p:spPr>
      </p:pic>
      <p:pic>
        <p:nvPicPr>
          <p:cNvPr id="9220" name="Picture 4"/>
          <p:cNvPicPr>
            <a:picLocks noChangeAspect="1" noChangeArrowheads="1"/>
          </p:cNvPicPr>
          <p:nvPr/>
        </p:nvPicPr>
        <p:blipFill>
          <a:blip r:embed="rId4" cstate="print"/>
          <a:srcRect/>
          <a:stretch>
            <a:fillRect/>
          </a:stretch>
        </p:blipFill>
        <p:spPr bwMode="auto">
          <a:xfrm>
            <a:off x="467544" y="3284984"/>
            <a:ext cx="8136904" cy="1392654"/>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ChangeAspect="1" noChangeArrowheads="1"/>
          </p:cNvPicPr>
          <p:nvPr/>
        </p:nvPicPr>
        <p:blipFill>
          <a:blip r:embed="rId2" cstate="print"/>
          <a:srcRect/>
          <a:stretch>
            <a:fillRect/>
          </a:stretch>
        </p:blipFill>
        <p:spPr bwMode="auto">
          <a:xfrm>
            <a:off x="611560" y="5013176"/>
            <a:ext cx="2466975" cy="714375"/>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r="68766" b="36086"/>
          <a:stretch>
            <a:fillRect/>
          </a:stretch>
        </p:blipFill>
        <p:spPr bwMode="auto">
          <a:xfrm>
            <a:off x="5004048" y="3789040"/>
            <a:ext cx="1677938" cy="992311"/>
          </a:xfrm>
          <a:prstGeom prst="rect">
            <a:avLst/>
          </a:prstGeom>
          <a:noFill/>
          <a:ln w="9525">
            <a:noFill/>
            <a:miter lim="800000"/>
            <a:headEnd/>
            <a:tailEnd/>
          </a:ln>
        </p:spPr>
      </p:pic>
      <p:pic>
        <p:nvPicPr>
          <p:cNvPr id="10242" name="Picture 2"/>
          <p:cNvPicPr>
            <a:picLocks noChangeAspect="1" noChangeArrowheads="1"/>
          </p:cNvPicPr>
          <p:nvPr/>
        </p:nvPicPr>
        <p:blipFill>
          <a:blip r:embed="rId4" cstate="print"/>
          <a:srcRect/>
          <a:stretch>
            <a:fillRect/>
          </a:stretch>
        </p:blipFill>
        <p:spPr bwMode="auto">
          <a:xfrm>
            <a:off x="395536" y="1700808"/>
            <a:ext cx="6264696" cy="1774394"/>
          </a:xfrm>
          <a:prstGeom prst="rect">
            <a:avLst/>
          </a:prstGeom>
          <a:noFill/>
          <a:ln w="9525">
            <a:noFill/>
            <a:miter lim="800000"/>
            <a:headEnd/>
            <a:tailEnd/>
          </a:ln>
        </p:spPr>
      </p:pic>
      <p:sp>
        <p:nvSpPr>
          <p:cNvPr id="5" name="4 Elipse"/>
          <p:cNvSpPr/>
          <p:nvPr/>
        </p:nvSpPr>
        <p:spPr>
          <a:xfrm>
            <a:off x="5292080" y="2852936"/>
            <a:ext cx="1080120" cy="360040"/>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6 Conector recto de flecha"/>
          <p:cNvCxnSpPr>
            <a:stCxn id="5" idx="0"/>
            <a:endCxn id="8" idx="1"/>
          </p:cNvCxnSpPr>
          <p:nvPr/>
        </p:nvCxnSpPr>
        <p:spPr>
          <a:xfrm flipV="1">
            <a:off x="5832140" y="1602378"/>
            <a:ext cx="1620180" cy="125055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7452320" y="1340768"/>
            <a:ext cx="1512168" cy="523220"/>
          </a:xfrm>
          <a:prstGeom prst="rect">
            <a:avLst/>
          </a:prstGeom>
          <a:noFill/>
        </p:spPr>
        <p:txBody>
          <a:bodyPr wrap="square" rtlCol="0">
            <a:spAutoFit/>
          </a:bodyPr>
          <a:lstStyle/>
          <a:p>
            <a:r>
              <a:rPr lang="es-ES" sz="1400" dirty="0" err="1" smtClean="0">
                <a:solidFill>
                  <a:srgbClr val="0000FF"/>
                </a:solidFill>
              </a:rPr>
              <a:t>Updated</a:t>
            </a:r>
            <a:r>
              <a:rPr lang="es-ES" sz="1400" dirty="0" smtClean="0">
                <a:solidFill>
                  <a:srgbClr val="0000FF"/>
                </a:solidFill>
              </a:rPr>
              <a:t> </a:t>
            </a:r>
            <a:r>
              <a:rPr lang="es-ES" sz="1400" dirty="0" err="1" smtClean="0">
                <a:solidFill>
                  <a:srgbClr val="0000FF"/>
                </a:solidFill>
              </a:rPr>
              <a:t>automatically</a:t>
            </a:r>
            <a:endParaRPr lang="es-ES" sz="1400" dirty="0">
              <a:solidFill>
                <a:srgbClr val="0000FF"/>
              </a:solidFill>
            </a:endParaRPr>
          </a:p>
        </p:txBody>
      </p:sp>
      <p:sp>
        <p:nvSpPr>
          <p:cNvPr id="9"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6.6 </a:t>
            </a:r>
            <a:r>
              <a:rPr lang="es-ES" b="1" dirty="0" err="1" smtClean="0"/>
              <a:t>Closing</a:t>
            </a:r>
            <a:r>
              <a:rPr lang="es-ES" b="1" dirty="0" smtClean="0"/>
              <a:t> of </a:t>
            </a:r>
            <a:r>
              <a:rPr lang="es-ES" b="1" dirty="0" err="1" smtClean="0"/>
              <a:t>the</a:t>
            </a:r>
            <a:r>
              <a:rPr lang="es-ES" b="1" dirty="0" smtClean="0"/>
              <a:t> NC </a:t>
            </a:r>
            <a:r>
              <a:rPr lang="es-ES" b="1" dirty="0" err="1" smtClean="0"/>
              <a:t>with</a:t>
            </a:r>
            <a:r>
              <a:rPr lang="es-ES" b="1" dirty="0" smtClean="0"/>
              <a:t> </a:t>
            </a:r>
            <a:r>
              <a:rPr lang="es-ES" b="1" dirty="0" err="1" smtClean="0"/>
              <a:t>the</a:t>
            </a:r>
            <a:r>
              <a:rPr lang="es-ES" b="1" dirty="0" smtClean="0"/>
              <a:t> </a:t>
            </a:r>
            <a:r>
              <a:rPr lang="es-ES" b="1" dirty="0" err="1" smtClean="0"/>
              <a:t>approval</a:t>
            </a:r>
            <a:r>
              <a:rPr lang="es-ES" b="1" dirty="0" smtClean="0"/>
              <a:t> of </a:t>
            </a:r>
            <a:r>
              <a:rPr lang="es-ES" b="1" dirty="0" err="1" smtClean="0"/>
              <a:t>the</a:t>
            </a:r>
            <a:r>
              <a:rPr lang="es-ES" b="1" dirty="0" smtClean="0"/>
              <a:t> </a:t>
            </a:r>
            <a:r>
              <a:rPr lang="es-ES" b="1" dirty="0" err="1" smtClean="0"/>
              <a:t>phase</a:t>
            </a:r>
            <a:r>
              <a:rPr lang="es-ES" b="1" dirty="0" smtClean="0"/>
              <a:t> 7-8</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10" name="9 Elipse"/>
          <p:cNvSpPr/>
          <p:nvPr/>
        </p:nvSpPr>
        <p:spPr>
          <a:xfrm>
            <a:off x="1403648" y="5157192"/>
            <a:ext cx="432048" cy="50405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2" name="11 Conector recto de flecha"/>
          <p:cNvCxnSpPr>
            <a:stCxn id="10" idx="7"/>
          </p:cNvCxnSpPr>
          <p:nvPr/>
        </p:nvCxnSpPr>
        <p:spPr>
          <a:xfrm flipV="1">
            <a:off x="1772424" y="4437112"/>
            <a:ext cx="423312" cy="793897"/>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1187624" y="3933056"/>
            <a:ext cx="3240360" cy="523220"/>
          </a:xfrm>
          <a:prstGeom prst="rect">
            <a:avLst/>
          </a:prstGeom>
          <a:noFill/>
        </p:spPr>
        <p:txBody>
          <a:bodyPr wrap="square" rtlCol="0">
            <a:spAutoFit/>
          </a:bodyPr>
          <a:lstStyle/>
          <a:p>
            <a:r>
              <a:rPr lang="es-ES" sz="1400" dirty="0" err="1" smtClean="0">
                <a:solidFill>
                  <a:srgbClr val="0000FF"/>
                </a:solidFill>
              </a:rPr>
              <a:t>The</a:t>
            </a:r>
            <a:r>
              <a:rPr lang="es-ES" sz="1400" dirty="0" smtClean="0">
                <a:solidFill>
                  <a:srgbClr val="0000FF"/>
                </a:solidFill>
              </a:rPr>
              <a:t> </a:t>
            </a:r>
            <a:r>
              <a:rPr lang="es-ES" sz="1400" dirty="0" err="1" smtClean="0">
                <a:solidFill>
                  <a:srgbClr val="0000FF"/>
                </a:solidFill>
              </a:rPr>
              <a:t>icon</a:t>
            </a:r>
            <a:r>
              <a:rPr lang="es-ES" sz="1400" dirty="0" smtClean="0">
                <a:solidFill>
                  <a:srgbClr val="0000FF"/>
                </a:solidFill>
              </a:rPr>
              <a:t> in </a:t>
            </a:r>
            <a:r>
              <a:rPr lang="es-ES" sz="1400" dirty="0" err="1" smtClean="0">
                <a:solidFill>
                  <a:srgbClr val="0000FF"/>
                </a:solidFill>
              </a:rPr>
              <a:t>the</a:t>
            </a:r>
            <a:r>
              <a:rPr lang="es-ES" sz="1400" dirty="0" smtClean="0">
                <a:solidFill>
                  <a:srgbClr val="0000FF"/>
                </a:solidFill>
              </a:rPr>
              <a:t> </a:t>
            </a:r>
            <a:r>
              <a:rPr lang="es-ES" sz="1400" dirty="0" err="1" smtClean="0">
                <a:solidFill>
                  <a:srgbClr val="0000FF"/>
                </a:solidFill>
              </a:rPr>
              <a:t>NCs</a:t>
            </a:r>
            <a:r>
              <a:rPr lang="es-ES" sz="1400" dirty="0" smtClean="0">
                <a:solidFill>
                  <a:srgbClr val="0000FF"/>
                </a:solidFill>
              </a:rPr>
              <a:t> </a:t>
            </a:r>
            <a:r>
              <a:rPr lang="es-ES" sz="1400" dirty="0" err="1" smtClean="0">
                <a:solidFill>
                  <a:srgbClr val="0000FF"/>
                </a:solidFill>
              </a:rPr>
              <a:t>list</a:t>
            </a:r>
            <a:r>
              <a:rPr lang="es-ES" sz="1400" dirty="0" smtClean="0">
                <a:solidFill>
                  <a:srgbClr val="0000FF"/>
                </a:solidFill>
              </a:rPr>
              <a:t> </a:t>
            </a:r>
            <a:r>
              <a:rPr lang="es-ES" sz="1400" dirty="0" err="1" smtClean="0">
                <a:solidFill>
                  <a:srgbClr val="0000FF"/>
                </a:solidFill>
              </a:rPr>
              <a:t>is</a:t>
            </a:r>
            <a:r>
              <a:rPr lang="es-ES" sz="1400" dirty="0" smtClean="0">
                <a:solidFill>
                  <a:srgbClr val="0000FF"/>
                </a:solidFill>
              </a:rPr>
              <a:t> </a:t>
            </a:r>
            <a:r>
              <a:rPr lang="es-ES" sz="1400" dirty="0" err="1" smtClean="0">
                <a:solidFill>
                  <a:srgbClr val="0000FF"/>
                </a:solidFill>
              </a:rPr>
              <a:t>updated</a:t>
            </a:r>
            <a:r>
              <a:rPr lang="es-ES" sz="1400" dirty="0" smtClean="0">
                <a:solidFill>
                  <a:srgbClr val="0000FF"/>
                </a:solidFill>
              </a:rPr>
              <a:t> </a:t>
            </a:r>
            <a:r>
              <a:rPr lang="es-ES" sz="1400" dirty="0" err="1" smtClean="0">
                <a:solidFill>
                  <a:srgbClr val="0000FF"/>
                </a:solidFill>
              </a:rPr>
              <a:t>automatically</a:t>
            </a:r>
            <a:r>
              <a:rPr lang="es-ES" sz="1400" dirty="0" smtClean="0">
                <a:solidFill>
                  <a:srgbClr val="0000FF"/>
                </a:solidFill>
              </a:rPr>
              <a:t>. </a:t>
            </a:r>
            <a:endParaRPr lang="es-ES" sz="1400" dirty="0">
              <a:solidFill>
                <a:srgbClr val="0000FF"/>
              </a:solidFill>
            </a:endParaRPr>
          </a:p>
        </p:txBody>
      </p:sp>
      <p:sp>
        <p:nvSpPr>
          <p:cNvPr id="14" name="13 CuadroTexto"/>
          <p:cNvSpPr txBox="1"/>
          <p:nvPr/>
        </p:nvSpPr>
        <p:spPr>
          <a:xfrm>
            <a:off x="4860032" y="4941168"/>
            <a:ext cx="3744416" cy="954107"/>
          </a:xfrm>
          <a:prstGeom prst="rect">
            <a:avLst/>
          </a:prstGeom>
          <a:noFill/>
        </p:spPr>
        <p:txBody>
          <a:bodyPr wrap="square" rtlCol="0">
            <a:spAutoFit/>
          </a:bodyPr>
          <a:lstStyle/>
          <a:p>
            <a:r>
              <a:rPr lang="en-US" sz="1400" dirty="0" smtClean="0">
                <a:solidFill>
                  <a:srgbClr val="0000FF"/>
                </a:solidFill>
              </a:rPr>
              <a:t>In the upper part of the screen, next to the icon of eliminate and open a NC will appear a new icon of lessons learned</a:t>
            </a:r>
            <a:r>
              <a:rPr lang="es-ES" sz="1400" dirty="0" smtClean="0">
                <a:solidFill>
                  <a:srgbClr val="0000FF"/>
                </a:solidFill>
              </a:rPr>
              <a:t>, in </a:t>
            </a:r>
            <a:r>
              <a:rPr lang="es-ES" sz="1400" dirty="0" err="1" smtClean="0">
                <a:solidFill>
                  <a:srgbClr val="0000FF"/>
                </a:solidFill>
              </a:rPr>
              <a:t>order</a:t>
            </a:r>
            <a:r>
              <a:rPr lang="es-ES" sz="1400" dirty="0" smtClean="0">
                <a:solidFill>
                  <a:srgbClr val="0000FF"/>
                </a:solidFill>
              </a:rPr>
              <a:t> </a:t>
            </a:r>
            <a:r>
              <a:rPr lang="es-ES" sz="1400" dirty="0" err="1" smtClean="0">
                <a:solidFill>
                  <a:srgbClr val="0000FF"/>
                </a:solidFill>
              </a:rPr>
              <a:t>to</a:t>
            </a:r>
            <a:r>
              <a:rPr lang="es-ES" sz="1400" dirty="0" smtClean="0">
                <a:solidFill>
                  <a:srgbClr val="0000FF"/>
                </a:solidFill>
              </a:rPr>
              <a:t> </a:t>
            </a:r>
            <a:r>
              <a:rPr lang="es-ES" sz="1400" dirty="0" err="1" smtClean="0">
                <a:solidFill>
                  <a:srgbClr val="0000FF"/>
                </a:solidFill>
              </a:rPr>
              <a:t>create</a:t>
            </a:r>
            <a:r>
              <a:rPr lang="es-ES" sz="1400" dirty="0" smtClean="0">
                <a:solidFill>
                  <a:srgbClr val="0000FF"/>
                </a:solidFill>
              </a:rPr>
              <a:t> a new </a:t>
            </a:r>
            <a:r>
              <a:rPr lang="es-ES" sz="1400" dirty="0" err="1" smtClean="0">
                <a:solidFill>
                  <a:srgbClr val="0000FF"/>
                </a:solidFill>
              </a:rPr>
              <a:t>lesson</a:t>
            </a:r>
            <a:r>
              <a:rPr lang="es-ES" sz="1400" dirty="0" smtClean="0">
                <a:solidFill>
                  <a:srgbClr val="0000FF"/>
                </a:solidFill>
              </a:rPr>
              <a:t> </a:t>
            </a:r>
            <a:r>
              <a:rPr lang="es-ES" sz="1400" dirty="0" err="1" smtClean="0">
                <a:solidFill>
                  <a:srgbClr val="0000FF"/>
                </a:solidFill>
              </a:rPr>
              <a:t>learned</a:t>
            </a:r>
            <a:r>
              <a:rPr lang="es-ES" sz="1400" dirty="0" smtClean="0">
                <a:solidFill>
                  <a:srgbClr val="0000FF"/>
                </a:solidFill>
              </a:rPr>
              <a:t>.</a:t>
            </a:r>
            <a:endParaRPr lang="es-ES" sz="1400" dirty="0">
              <a:solidFill>
                <a:srgbClr val="0000FF"/>
              </a:solidFill>
            </a:endParaRPr>
          </a:p>
        </p:txBody>
      </p:sp>
      <p:sp>
        <p:nvSpPr>
          <p:cNvPr id="15" name="14 Elipse"/>
          <p:cNvSpPr/>
          <p:nvPr/>
        </p:nvSpPr>
        <p:spPr>
          <a:xfrm>
            <a:off x="5580112" y="3861048"/>
            <a:ext cx="288032"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7" name="16 Conector recto de flecha"/>
          <p:cNvCxnSpPr>
            <a:stCxn id="15" idx="4"/>
          </p:cNvCxnSpPr>
          <p:nvPr/>
        </p:nvCxnSpPr>
        <p:spPr>
          <a:xfrm>
            <a:off x="5724128" y="4149080"/>
            <a:ext cx="216024" cy="792088"/>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676456"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7. ATTACHMENTS</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cstate="print"/>
          <a:srcRect/>
          <a:stretch>
            <a:fillRect/>
          </a:stretch>
        </p:blipFill>
        <p:spPr bwMode="auto">
          <a:xfrm>
            <a:off x="467544" y="4149080"/>
            <a:ext cx="5400675" cy="581025"/>
          </a:xfrm>
          <a:prstGeom prst="rect">
            <a:avLst/>
          </a:prstGeom>
          <a:noFill/>
          <a:ln w="9525">
            <a:noFill/>
            <a:miter lim="800000"/>
            <a:headEnd/>
            <a:tailEnd/>
          </a:ln>
        </p:spPr>
      </p:pic>
      <p:pic>
        <p:nvPicPr>
          <p:cNvPr id="11266" name="Picture 2"/>
          <p:cNvPicPr>
            <a:picLocks noChangeAspect="1" noChangeArrowheads="1"/>
          </p:cNvPicPr>
          <p:nvPr/>
        </p:nvPicPr>
        <p:blipFill>
          <a:blip r:embed="rId3" cstate="print"/>
          <a:srcRect/>
          <a:stretch>
            <a:fillRect/>
          </a:stretch>
        </p:blipFill>
        <p:spPr bwMode="auto">
          <a:xfrm>
            <a:off x="1403648" y="4832648"/>
            <a:ext cx="4867275" cy="2025352"/>
          </a:xfrm>
          <a:prstGeom prst="rect">
            <a:avLst/>
          </a:prstGeom>
          <a:noFill/>
          <a:ln w="9525">
            <a:noFill/>
            <a:miter lim="800000"/>
            <a:headEnd/>
            <a:tailEnd/>
          </a:ln>
        </p:spPr>
      </p:pic>
      <p:pic>
        <p:nvPicPr>
          <p:cNvPr id="2" name="Picture 2"/>
          <p:cNvPicPr>
            <a:picLocks noChangeAspect="1" noChangeArrowheads="1"/>
          </p:cNvPicPr>
          <p:nvPr/>
        </p:nvPicPr>
        <p:blipFill>
          <a:blip r:embed="rId4" cstate="print"/>
          <a:srcRect/>
          <a:stretch>
            <a:fillRect/>
          </a:stretch>
        </p:blipFill>
        <p:spPr bwMode="auto">
          <a:xfrm>
            <a:off x="1331640" y="1988840"/>
            <a:ext cx="5543550" cy="1762125"/>
          </a:xfrm>
          <a:prstGeom prst="rect">
            <a:avLst/>
          </a:prstGeom>
          <a:noFill/>
          <a:ln w="9525">
            <a:noFill/>
            <a:miter lim="800000"/>
            <a:headEnd/>
            <a:tailEnd/>
          </a:ln>
        </p:spPr>
      </p:pic>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7.1 </a:t>
            </a:r>
            <a:r>
              <a:rPr lang="es-ES" b="1" dirty="0" err="1" smtClean="0"/>
              <a:t>Attach</a:t>
            </a:r>
            <a:r>
              <a:rPr lang="es-ES" b="1" dirty="0" smtClean="0"/>
              <a:t> </a:t>
            </a:r>
            <a:r>
              <a:rPr lang="es-ES" b="1" dirty="0" err="1" smtClean="0"/>
              <a:t>documents</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6" name="5 CuadroTexto"/>
          <p:cNvSpPr txBox="1"/>
          <p:nvPr/>
        </p:nvSpPr>
        <p:spPr>
          <a:xfrm>
            <a:off x="395536" y="1340768"/>
            <a:ext cx="8136904" cy="523220"/>
          </a:xfrm>
          <a:prstGeom prst="rect">
            <a:avLst/>
          </a:prstGeom>
          <a:noFill/>
        </p:spPr>
        <p:txBody>
          <a:bodyPr wrap="square" rtlCol="0">
            <a:spAutoFit/>
          </a:bodyPr>
          <a:lstStyle/>
          <a:p>
            <a:r>
              <a:rPr lang="en-US" sz="1400" dirty="0" smtClean="0"/>
              <a:t>In order to detail the information of the different phases, some documents can be attached. For example in the Phase 7-8, some attached documents are required for the verification. See the note of the phase 7-8:</a:t>
            </a:r>
            <a:endParaRPr lang="es-ES" sz="1400" dirty="0"/>
          </a:p>
        </p:txBody>
      </p:sp>
      <p:sp>
        <p:nvSpPr>
          <p:cNvPr id="8" name="7 Elipse"/>
          <p:cNvSpPr/>
          <p:nvPr/>
        </p:nvSpPr>
        <p:spPr>
          <a:xfrm>
            <a:off x="899592" y="3284984"/>
            <a:ext cx="6408712" cy="43204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395536" y="3861048"/>
            <a:ext cx="8136904" cy="307777"/>
          </a:xfrm>
          <a:prstGeom prst="rect">
            <a:avLst/>
          </a:prstGeom>
          <a:noFill/>
        </p:spPr>
        <p:txBody>
          <a:bodyPr wrap="square" rtlCol="0">
            <a:spAutoFit/>
          </a:bodyPr>
          <a:lstStyle/>
          <a:p>
            <a:r>
              <a:rPr lang="es-ES" sz="1400" dirty="0" err="1" smtClean="0"/>
              <a:t>To</a:t>
            </a:r>
            <a:r>
              <a:rPr lang="es-ES" sz="1400" dirty="0" smtClean="0"/>
              <a:t> </a:t>
            </a:r>
            <a:r>
              <a:rPr lang="es-ES" sz="1400" dirty="0" err="1" smtClean="0"/>
              <a:t>attach</a:t>
            </a:r>
            <a:r>
              <a:rPr lang="es-ES" sz="1400" dirty="0" smtClean="0"/>
              <a:t> </a:t>
            </a:r>
            <a:r>
              <a:rPr lang="es-ES" sz="1400" dirty="0" err="1" smtClean="0"/>
              <a:t>documentation</a:t>
            </a:r>
            <a:r>
              <a:rPr lang="es-ES" sz="1400" dirty="0" smtClean="0"/>
              <a:t>, </a:t>
            </a:r>
            <a:r>
              <a:rPr lang="es-ES" sz="1400" dirty="0" err="1" smtClean="0"/>
              <a:t>go</a:t>
            </a:r>
            <a:r>
              <a:rPr lang="es-ES" sz="1400" dirty="0" smtClean="0"/>
              <a:t> </a:t>
            </a:r>
            <a:r>
              <a:rPr lang="es-ES" sz="1400" dirty="0" err="1" smtClean="0"/>
              <a:t>to</a:t>
            </a:r>
            <a:r>
              <a:rPr lang="es-ES" sz="1400" dirty="0" smtClean="0"/>
              <a:t> </a:t>
            </a:r>
            <a:r>
              <a:rPr lang="es-ES" sz="1400" dirty="0" err="1" smtClean="0"/>
              <a:t>the</a:t>
            </a:r>
            <a:r>
              <a:rPr lang="es-ES" sz="1400" dirty="0" smtClean="0"/>
              <a:t> </a:t>
            </a:r>
            <a:r>
              <a:rPr lang="es-ES" sz="1400" dirty="0" err="1" smtClean="0"/>
              <a:t>attachments</a:t>
            </a:r>
            <a:r>
              <a:rPr lang="es-ES" sz="1400" dirty="0" smtClean="0"/>
              <a:t> </a:t>
            </a:r>
            <a:r>
              <a:rPr lang="es-ES" sz="1400" dirty="0" err="1" smtClean="0"/>
              <a:t>tab</a:t>
            </a:r>
            <a:r>
              <a:rPr lang="es-ES" sz="1400" dirty="0" smtClean="0"/>
              <a:t> and </a:t>
            </a:r>
            <a:r>
              <a:rPr lang="es-ES" sz="1400" dirty="0" err="1" smtClean="0"/>
              <a:t>click</a:t>
            </a:r>
            <a:r>
              <a:rPr lang="es-ES" sz="1400" dirty="0" smtClean="0"/>
              <a:t> </a:t>
            </a:r>
            <a:r>
              <a:rPr lang="es-ES" sz="1400" dirty="0" err="1" smtClean="0"/>
              <a:t>add</a:t>
            </a:r>
            <a:r>
              <a:rPr lang="es-ES" sz="1400" dirty="0" smtClean="0"/>
              <a:t>/new:</a:t>
            </a:r>
          </a:p>
        </p:txBody>
      </p:sp>
      <p:cxnSp>
        <p:nvCxnSpPr>
          <p:cNvPr id="13" name="12 Conector recto de flecha"/>
          <p:cNvCxnSpPr>
            <a:stCxn id="10" idx="5"/>
          </p:cNvCxnSpPr>
          <p:nvPr/>
        </p:nvCxnSpPr>
        <p:spPr>
          <a:xfrm>
            <a:off x="774857" y="4682963"/>
            <a:ext cx="628791" cy="330213"/>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4" name="13 Elipse"/>
          <p:cNvSpPr/>
          <p:nvPr/>
        </p:nvSpPr>
        <p:spPr>
          <a:xfrm>
            <a:off x="2483768" y="5120680"/>
            <a:ext cx="2880320" cy="136815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solidFill>
                  <a:srgbClr val="0000FF"/>
                </a:solidFill>
              </a:rPr>
              <a:t>Fill</a:t>
            </a:r>
            <a:r>
              <a:rPr lang="es-ES" dirty="0" smtClean="0">
                <a:solidFill>
                  <a:srgbClr val="0000FF"/>
                </a:solidFill>
              </a:rPr>
              <a:t> </a:t>
            </a:r>
            <a:r>
              <a:rPr lang="es-ES" dirty="0" err="1" smtClean="0">
                <a:solidFill>
                  <a:srgbClr val="0000FF"/>
                </a:solidFill>
              </a:rPr>
              <a:t>the</a:t>
            </a:r>
            <a:r>
              <a:rPr lang="es-ES" dirty="0" smtClean="0">
                <a:solidFill>
                  <a:srgbClr val="0000FF"/>
                </a:solidFill>
              </a:rPr>
              <a:t> gaps </a:t>
            </a:r>
            <a:r>
              <a:rPr lang="es-ES" dirty="0" err="1" smtClean="0">
                <a:solidFill>
                  <a:srgbClr val="0000FF"/>
                </a:solidFill>
              </a:rPr>
              <a:t>you</a:t>
            </a:r>
            <a:r>
              <a:rPr lang="es-ES" dirty="0" smtClean="0">
                <a:solidFill>
                  <a:srgbClr val="0000FF"/>
                </a:solidFill>
              </a:rPr>
              <a:t> </a:t>
            </a:r>
            <a:r>
              <a:rPr lang="es-ES" dirty="0" err="1" smtClean="0">
                <a:solidFill>
                  <a:srgbClr val="0000FF"/>
                </a:solidFill>
              </a:rPr>
              <a:t>consider</a:t>
            </a:r>
            <a:r>
              <a:rPr lang="es-ES" dirty="0" smtClean="0">
                <a:solidFill>
                  <a:srgbClr val="0000FF"/>
                </a:solidFill>
              </a:rPr>
              <a:t> </a:t>
            </a:r>
            <a:r>
              <a:rPr lang="es-ES" dirty="0" err="1" smtClean="0">
                <a:solidFill>
                  <a:srgbClr val="0000FF"/>
                </a:solidFill>
              </a:rPr>
              <a:t>necessary</a:t>
            </a:r>
            <a:endParaRPr lang="es-ES" dirty="0">
              <a:solidFill>
                <a:srgbClr val="0000FF"/>
              </a:solidFill>
            </a:endParaRPr>
          </a:p>
        </p:txBody>
      </p:sp>
      <p:sp>
        <p:nvSpPr>
          <p:cNvPr id="10" name="9 Elipse"/>
          <p:cNvSpPr/>
          <p:nvPr/>
        </p:nvSpPr>
        <p:spPr>
          <a:xfrm>
            <a:off x="467544" y="4437112"/>
            <a:ext cx="360040"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9248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8. COST LINES</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23528" y="836712"/>
            <a:ext cx="8229600" cy="360040"/>
          </a:xfrm>
          <a:prstGeom prst="rect">
            <a:avLst/>
          </a:prstGeom>
        </p:spPr>
        <p:txBody>
          <a:bodyPr/>
          <a:lstStyle/>
          <a:p>
            <a:pPr lvl="0">
              <a:spcBef>
                <a:spcPct val="0"/>
              </a:spcBef>
              <a:defRPr/>
            </a:pPr>
            <a:r>
              <a:rPr kumimoji="0" lang="en-US" sz="1800" b="1" i="0" u="none" strike="noStrike" kern="1200" cap="none" spc="0" normalizeH="0" baseline="0" noProof="0" smtClean="0">
                <a:ln>
                  <a:noFill/>
                </a:ln>
                <a:solidFill>
                  <a:schemeClr val="tx1"/>
                </a:solidFill>
                <a:effectLst/>
                <a:uLnTx/>
                <a:uFillTx/>
                <a:latin typeface="+mj-lt"/>
                <a:ea typeface="+mj-ea"/>
                <a:cs typeface="+mj-cs"/>
              </a:rPr>
              <a:t>8.1 </a:t>
            </a:r>
            <a:r>
              <a:rPr lang="en-US" b="1" noProof="0" smtClean="0"/>
              <a:t>Cost lines </a:t>
            </a:r>
            <a:r>
              <a:rPr lang="en-US" b="1" smtClean="0"/>
              <a:t>I (In development, inactive)</a:t>
            </a:r>
            <a:endParaRPr kumimoji="0" lang="en-U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p:cNvPicPr>
            <a:picLocks noChangeAspect="1" noChangeArrowheads="1"/>
          </p:cNvPicPr>
          <p:nvPr/>
        </p:nvPicPr>
        <p:blipFill>
          <a:blip r:embed="rId2" cstate="print"/>
          <a:srcRect r="43444"/>
          <a:stretch>
            <a:fillRect/>
          </a:stretch>
        </p:blipFill>
        <p:spPr bwMode="auto">
          <a:xfrm>
            <a:off x="179512" y="1268760"/>
            <a:ext cx="6012160" cy="1390650"/>
          </a:xfrm>
          <a:prstGeom prst="rect">
            <a:avLst/>
          </a:prstGeom>
          <a:noFill/>
          <a:ln w="9525">
            <a:noFill/>
            <a:miter lim="800000"/>
            <a:headEnd/>
            <a:tailEnd/>
          </a:ln>
        </p:spPr>
      </p:pic>
      <p:sp>
        <p:nvSpPr>
          <p:cNvPr id="8" name="7 Elipse"/>
          <p:cNvSpPr/>
          <p:nvPr/>
        </p:nvSpPr>
        <p:spPr>
          <a:xfrm>
            <a:off x="251520" y="1772816"/>
            <a:ext cx="288032" cy="360040"/>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27" name="Picture 3"/>
          <p:cNvPicPr>
            <a:picLocks noChangeAspect="1" noChangeArrowheads="1"/>
          </p:cNvPicPr>
          <p:nvPr/>
        </p:nvPicPr>
        <p:blipFill>
          <a:blip r:embed="rId3" cstate="print"/>
          <a:srcRect/>
          <a:stretch>
            <a:fillRect/>
          </a:stretch>
        </p:blipFill>
        <p:spPr bwMode="auto">
          <a:xfrm>
            <a:off x="611560" y="2852936"/>
            <a:ext cx="3530235" cy="1283221"/>
          </a:xfrm>
          <a:prstGeom prst="rect">
            <a:avLst/>
          </a:prstGeom>
          <a:noFill/>
          <a:ln w="19050">
            <a:solidFill>
              <a:srgbClr val="FF0066"/>
            </a:solidFill>
            <a:miter lim="800000"/>
            <a:headEnd/>
            <a:tailEnd/>
          </a:ln>
        </p:spPr>
      </p:pic>
      <p:cxnSp>
        <p:nvCxnSpPr>
          <p:cNvPr id="11" name="10 Conector recto de flecha"/>
          <p:cNvCxnSpPr>
            <a:stCxn id="8" idx="5"/>
          </p:cNvCxnSpPr>
          <p:nvPr/>
        </p:nvCxnSpPr>
        <p:spPr>
          <a:xfrm>
            <a:off x="497371" y="2080129"/>
            <a:ext cx="1050293" cy="772807"/>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4211960" y="2852936"/>
            <a:ext cx="2592288" cy="369332"/>
          </a:xfrm>
          <a:prstGeom prst="rect">
            <a:avLst/>
          </a:prstGeom>
          <a:noFill/>
        </p:spPr>
        <p:txBody>
          <a:bodyPr wrap="square" rtlCol="0">
            <a:spAutoFit/>
          </a:bodyPr>
          <a:lstStyle/>
          <a:p>
            <a:r>
              <a:rPr lang="en-US" smtClean="0">
                <a:solidFill>
                  <a:srgbClr val="FF0066"/>
                </a:solidFill>
              </a:rPr>
              <a:t>Fill in the line</a:t>
            </a:r>
            <a:endParaRPr lang="en-US">
              <a:solidFill>
                <a:srgbClr val="FF0066"/>
              </a:solidFill>
            </a:endParaRPr>
          </a:p>
        </p:txBody>
      </p:sp>
      <p:sp>
        <p:nvSpPr>
          <p:cNvPr id="13" name="12 CuadroTexto"/>
          <p:cNvSpPr txBox="1"/>
          <p:nvPr/>
        </p:nvSpPr>
        <p:spPr>
          <a:xfrm>
            <a:off x="0" y="4365104"/>
            <a:ext cx="9144000" cy="646331"/>
          </a:xfrm>
          <a:prstGeom prst="rect">
            <a:avLst/>
          </a:prstGeom>
          <a:noFill/>
        </p:spPr>
        <p:txBody>
          <a:bodyPr wrap="square" rtlCol="0">
            <a:spAutoFit/>
          </a:bodyPr>
          <a:lstStyle/>
          <a:p>
            <a:r>
              <a:rPr lang="es-ES" dirty="0" smtClean="0">
                <a:solidFill>
                  <a:srgbClr val="FF0066"/>
                </a:solidFill>
              </a:rPr>
              <a:t>Once </a:t>
            </a:r>
            <a:r>
              <a:rPr lang="es-ES" dirty="0" err="1" smtClean="0">
                <a:solidFill>
                  <a:srgbClr val="FF0066"/>
                </a:solidFill>
              </a:rPr>
              <a:t>the</a:t>
            </a:r>
            <a:r>
              <a:rPr lang="es-ES" dirty="0" smtClean="0">
                <a:solidFill>
                  <a:srgbClr val="FF0066"/>
                </a:solidFill>
              </a:rPr>
              <a:t> </a:t>
            </a:r>
            <a:r>
              <a:rPr lang="es-ES" dirty="0" err="1" smtClean="0">
                <a:solidFill>
                  <a:srgbClr val="FF0066"/>
                </a:solidFill>
              </a:rPr>
              <a:t>different</a:t>
            </a:r>
            <a:r>
              <a:rPr lang="es-ES" dirty="0" smtClean="0">
                <a:solidFill>
                  <a:srgbClr val="FF0066"/>
                </a:solidFill>
              </a:rPr>
              <a:t> </a:t>
            </a:r>
            <a:r>
              <a:rPr lang="es-ES" dirty="0" err="1" smtClean="0">
                <a:solidFill>
                  <a:srgbClr val="FF0066"/>
                </a:solidFill>
              </a:rPr>
              <a:t>lines</a:t>
            </a:r>
            <a:r>
              <a:rPr lang="es-ES" dirty="0" smtClean="0">
                <a:solidFill>
                  <a:srgbClr val="FF0066"/>
                </a:solidFill>
              </a:rPr>
              <a:t> has </a:t>
            </a:r>
            <a:r>
              <a:rPr lang="es-ES" dirty="0" err="1" smtClean="0">
                <a:solidFill>
                  <a:srgbClr val="FF0066"/>
                </a:solidFill>
              </a:rPr>
              <a:t>been</a:t>
            </a:r>
            <a:r>
              <a:rPr lang="es-ES" dirty="0" smtClean="0">
                <a:solidFill>
                  <a:srgbClr val="FF0066"/>
                </a:solidFill>
              </a:rPr>
              <a:t> </a:t>
            </a:r>
            <a:r>
              <a:rPr lang="es-ES" dirty="0" err="1" smtClean="0">
                <a:solidFill>
                  <a:srgbClr val="FF0066"/>
                </a:solidFill>
              </a:rPr>
              <a:t>defined</a:t>
            </a:r>
            <a:r>
              <a:rPr lang="es-ES" dirty="0" smtClean="0">
                <a:solidFill>
                  <a:srgbClr val="FF0066"/>
                </a:solidFill>
              </a:rPr>
              <a:t>, </a:t>
            </a:r>
            <a:r>
              <a:rPr lang="es-ES" dirty="0" err="1" smtClean="0">
                <a:solidFill>
                  <a:srgbClr val="FF0066"/>
                </a:solidFill>
              </a:rPr>
              <a:t>group</a:t>
            </a:r>
            <a:r>
              <a:rPr lang="es-ES" dirty="0" smtClean="0">
                <a:solidFill>
                  <a:srgbClr val="FF0066"/>
                </a:solidFill>
              </a:rPr>
              <a:t> </a:t>
            </a:r>
            <a:r>
              <a:rPr lang="es-ES" dirty="0" err="1" smtClean="0">
                <a:solidFill>
                  <a:srgbClr val="FF0066"/>
                </a:solidFill>
              </a:rPr>
              <a:t>them</a:t>
            </a:r>
            <a:r>
              <a:rPr lang="es-ES" dirty="0" smtClean="0">
                <a:solidFill>
                  <a:srgbClr val="FF0066"/>
                </a:solidFill>
              </a:rPr>
              <a:t> in </a:t>
            </a:r>
            <a:r>
              <a:rPr lang="es-ES" dirty="0" err="1" smtClean="0">
                <a:solidFill>
                  <a:srgbClr val="FF0066"/>
                </a:solidFill>
              </a:rPr>
              <a:t>order</a:t>
            </a:r>
            <a:r>
              <a:rPr lang="es-ES" dirty="0" smtClean="0">
                <a:solidFill>
                  <a:srgbClr val="FF0066"/>
                </a:solidFill>
              </a:rPr>
              <a:t> </a:t>
            </a:r>
            <a:r>
              <a:rPr lang="es-ES" dirty="0" err="1" smtClean="0">
                <a:solidFill>
                  <a:srgbClr val="FF0066"/>
                </a:solidFill>
              </a:rPr>
              <a:t>to</a:t>
            </a:r>
            <a:r>
              <a:rPr lang="es-ES" dirty="0" smtClean="0">
                <a:solidFill>
                  <a:srgbClr val="FF0066"/>
                </a:solidFill>
              </a:rPr>
              <a:t> </a:t>
            </a:r>
            <a:r>
              <a:rPr lang="es-ES" dirty="0" err="1" smtClean="0">
                <a:solidFill>
                  <a:srgbClr val="FF0066"/>
                </a:solidFill>
              </a:rPr>
              <a:t>generate</a:t>
            </a:r>
            <a:r>
              <a:rPr lang="es-ES" dirty="0" smtClean="0">
                <a:solidFill>
                  <a:srgbClr val="FF0066"/>
                </a:solidFill>
              </a:rPr>
              <a:t> a “</a:t>
            </a:r>
            <a:r>
              <a:rPr lang="es-ES" dirty="0" err="1" smtClean="0">
                <a:solidFill>
                  <a:srgbClr val="FF0066"/>
                </a:solidFill>
              </a:rPr>
              <a:t>bill</a:t>
            </a:r>
            <a:r>
              <a:rPr lang="es-ES" dirty="0" smtClean="0">
                <a:solidFill>
                  <a:srgbClr val="FF0066"/>
                </a:solidFill>
              </a:rPr>
              <a:t>”, </a:t>
            </a:r>
            <a:r>
              <a:rPr lang="es-ES" dirty="0" err="1" smtClean="0">
                <a:solidFill>
                  <a:srgbClr val="FF0066"/>
                </a:solidFill>
              </a:rPr>
              <a:t>or</a:t>
            </a:r>
            <a:r>
              <a:rPr lang="es-ES" dirty="0" smtClean="0">
                <a:solidFill>
                  <a:srgbClr val="FF0066"/>
                </a:solidFill>
              </a:rPr>
              <a:t> a </a:t>
            </a:r>
            <a:r>
              <a:rPr lang="es-ES" dirty="0" err="1" smtClean="0">
                <a:solidFill>
                  <a:srgbClr val="FF0066"/>
                </a:solidFill>
              </a:rPr>
              <a:t>group</a:t>
            </a:r>
            <a:r>
              <a:rPr lang="es-ES" dirty="0" smtClean="0">
                <a:solidFill>
                  <a:srgbClr val="FF0066"/>
                </a:solidFill>
              </a:rPr>
              <a:t> of </a:t>
            </a:r>
            <a:r>
              <a:rPr lang="es-ES" dirty="0" err="1" smtClean="0">
                <a:solidFill>
                  <a:srgbClr val="FF0066"/>
                </a:solidFill>
              </a:rPr>
              <a:t>lines</a:t>
            </a:r>
            <a:r>
              <a:rPr lang="es-ES" dirty="0" smtClean="0">
                <a:solidFill>
                  <a:srgbClr val="FF0066"/>
                </a:solidFill>
              </a:rPr>
              <a:t> </a:t>
            </a:r>
            <a:r>
              <a:rPr lang="es-ES" dirty="0" err="1" smtClean="0">
                <a:solidFill>
                  <a:srgbClr val="FF0066"/>
                </a:solidFill>
              </a:rPr>
              <a:t>that</a:t>
            </a:r>
            <a:r>
              <a:rPr lang="es-ES" dirty="0" smtClean="0">
                <a:solidFill>
                  <a:srgbClr val="FF0066"/>
                </a:solidFill>
              </a:rPr>
              <a:t> </a:t>
            </a:r>
            <a:r>
              <a:rPr lang="es-ES" dirty="0" err="1" smtClean="0">
                <a:solidFill>
                  <a:srgbClr val="FF0066"/>
                </a:solidFill>
              </a:rPr>
              <a:t>we</a:t>
            </a:r>
            <a:r>
              <a:rPr lang="es-ES" dirty="0" smtClean="0">
                <a:solidFill>
                  <a:srgbClr val="FF0066"/>
                </a:solidFill>
              </a:rPr>
              <a:t> </a:t>
            </a:r>
            <a:r>
              <a:rPr lang="es-ES" dirty="0" err="1" smtClean="0">
                <a:solidFill>
                  <a:srgbClr val="FF0066"/>
                </a:solidFill>
              </a:rPr>
              <a:t>want</a:t>
            </a:r>
            <a:r>
              <a:rPr lang="es-ES" dirty="0" smtClean="0">
                <a:solidFill>
                  <a:srgbClr val="FF0066"/>
                </a:solidFill>
              </a:rPr>
              <a:t> </a:t>
            </a:r>
            <a:r>
              <a:rPr lang="es-ES" dirty="0" err="1" smtClean="0">
                <a:solidFill>
                  <a:srgbClr val="FF0066"/>
                </a:solidFill>
              </a:rPr>
              <a:t>to</a:t>
            </a:r>
            <a:r>
              <a:rPr lang="es-ES" dirty="0" smtClean="0">
                <a:solidFill>
                  <a:srgbClr val="FF0066"/>
                </a:solidFill>
              </a:rPr>
              <a:t> </a:t>
            </a:r>
            <a:r>
              <a:rPr lang="es-ES" dirty="0" err="1" smtClean="0">
                <a:solidFill>
                  <a:srgbClr val="FF0066"/>
                </a:solidFill>
              </a:rPr>
              <a:t>charge</a:t>
            </a:r>
            <a:r>
              <a:rPr lang="es-ES" dirty="0" smtClean="0">
                <a:solidFill>
                  <a:srgbClr val="FF0066"/>
                </a:solidFill>
              </a:rPr>
              <a:t> </a:t>
            </a:r>
            <a:r>
              <a:rPr lang="es-ES" dirty="0" err="1" smtClean="0">
                <a:solidFill>
                  <a:srgbClr val="FF0066"/>
                </a:solidFill>
              </a:rPr>
              <a:t>against</a:t>
            </a:r>
            <a:r>
              <a:rPr lang="es-ES" dirty="0" smtClean="0">
                <a:solidFill>
                  <a:srgbClr val="FF0066"/>
                </a:solidFill>
              </a:rPr>
              <a:t> </a:t>
            </a:r>
            <a:r>
              <a:rPr lang="es-ES" dirty="0" err="1" smtClean="0">
                <a:solidFill>
                  <a:srgbClr val="FF0066"/>
                </a:solidFill>
              </a:rPr>
              <a:t>this</a:t>
            </a:r>
            <a:r>
              <a:rPr lang="es-ES" dirty="0" smtClean="0">
                <a:solidFill>
                  <a:srgbClr val="FF0066"/>
                </a:solidFill>
              </a:rPr>
              <a:t> NC. </a:t>
            </a:r>
            <a:endParaRPr lang="es-ES" dirty="0">
              <a:solidFill>
                <a:srgbClr val="FF0066"/>
              </a:solidFill>
            </a:endParaRPr>
          </a:p>
        </p:txBody>
      </p:sp>
      <p:pic>
        <p:nvPicPr>
          <p:cNvPr id="2" name="Picture 4"/>
          <p:cNvPicPr>
            <a:picLocks noChangeAspect="1" noChangeArrowheads="1"/>
          </p:cNvPicPr>
          <p:nvPr/>
        </p:nvPicPr>
        <p:blipFill>
          <a:blip r:embed="rId4" cstate="print"/>
          <a:srcRect/>
          <a:stretch>
            <a:fillRect/>
          </a:stretch>
        </p:blipFill>
        <p:spPr bwMode="auto">
          <a:xfrm>
            <a:off x="179512" y="5229200"/>
            <a:ext cx="7650262" cy="1254565"/>
          </a:xfrm>
          <a:prstGeom prst="rect">
            <a:avLst/>
          </a:prstGeom>
          <a:noFill/>
          <a:ln w="9525">
            <a:solidFill>
              <a:srgbClr val="FF0066"/>
            </a:solidFill>
            <a:miter lim="800000"/>
            <a:headEnd/>
            <a:tailEnd/>
          </a:ln>
        </p:spPr>
      </p:pic>
      <p:sp>
        <p:nvSpPr>
          <p:cNvPr id="15" name="14 Elipse"/>
          <p:cNvSpPr/>
          <p:nvPr/>
        </p:nvSpPr>
        <p:spPr>
          <a:xfrm>
            <a:off x="467544" y="5589240"/>
            <a:ext cx="360040" cy="1008112"/>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15 Elipse"/>
          <p:cNvSpPr/>
          <p:nvPr/>
        </p:nvSpPr>
        <p:spPr>
          <a:xfrm>
            <a:off x="395536" y="5229200"/>
            <a:ext cx="216024" cy="216024"/>
          </a:xfrm>
          <a:prstGeom prst="ellipse">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8" name="17 Conector recto"/>
          <p:cNvCxnSpPr>
            <a:stCxn id="16" idx="6"/>
          </p:cNvCxnSpPr>
          <p:nvPr/>
        </p:nvCxnSpPr>
        <p:spPr>
          <a:xfrm>
            <a:off x="611560" y="5337212"/>
            <a:ext cx="4320480" cy="828092"/>
          </a:xfrm>
          <a:prstGeom prst="line">
            <a:avLst/>
          </a:prstGeom>
          <a:ln w="19050">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20" name="19 Conector recto"/>
          <p:cNvCxnSpPr>
            <a:stCxn id="15" idx="5"/>
          </p:cNvCxnSpPr>
          <p:nvPr/>
        </p:nvCxnSpPr>
        <p:spPr>
          <a:xfrm flipV="1">
            <a:off x="774857" y="6165304"/>
            <a:ext cx="4157183" cy="284414"/>
          </a:xfrm>
          <a:prstGeom prst="line">
            <a:avLst/>
          </a:prstGeom>
          <a:ln w="19050">
            <a:solidFill>
              <a:srgbClr val="FF0066"/>
            </a:solidFill>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4932040" y="5733256"/>
            <a:ext cx="3816424" cy="923330"/>
          </a:xfrm>
          <a:prstGeom prst="rect">
            <a:avLst/>
          </a:prstGeom>
          <a:solidFill>
            <a:schemeClr val="bg1"/>
          </a:solidFill>
          <a:ln w="28575">
            <a:solidFill>
              <a:srgbClr val="FF0066"/>
            </a:solidFill>
          </a:ln>
        </p:spPr>
        <p:txBody>
          <a:bodyPr wrap="square" rtlCol="0">
            <a:spAutoFit/>
          </a:bodyPr>
          <a:lstStyle/>
          <a:p>
            <a:r>
              <a:rPr lang="es-ES" dirty="0" err="1" smtClean="0">
                <a:solidFill>
                  <a:srgbClr val="FF0066"/>
                </a:solidFill>
              </a:rPr>
              <a:t>Select</a:t>
            </a:r>
            <a:r>
              <a:rPr lang="es-ES" dirty="0" smtClean="0">
                <a:solidFill>
                  <a:srgbClr val="FF0066"/>
                </a:solidFill>
              </a:rPr>
              <a:t> and </a:t>
            </a:r>
            <a:r>
              <a:rPr lang="es-ES" dirty="0" err="1" smtClean="0">
                <a:solidFill>
                  <a:srgbClr val="FF0066"/>
                </a:solidFill>
              </a:rPr>
              <a:t>notify</a:t>
            </a:r>
            <a:r>
              <a:rPr lang="es-ES" dirty="0" smtClean="0">
                <a:solidFill>
                  <a:srgbClr val="FF0066"/>
                </a:solidFill>
              </a:rPr>
              <a:t> </a:t>
            </a:r>
            <a:r>
              <a:rPr lang="es-ES" dirty="0" err="1" smtClean="0">
                <a:solidFill>
                  <a:srgbClr val="FF0066"/>
                </a:solidFill>
              </a:rPr>
              <a:t>the</a:t>
            </a:r>
            <a:r>
              <a:rPr lang="es-ES" dirty="0" smtClean="0">
                <a:solidFill>
                  <a:srgbClr val="FF0066"/>
                </a:solidFill>
              </a:rPr>
              <a:t> </a:t>
            </a:r>
            <a:r>
              <a:rPr lang="es-ES" dirty="0" err="1" smtClean="0">
                <a:solidFill>
                  <a:srgbClr val="FF0066"/>
                </a:solidFill>
              </a:rPr>
              <a:t>group</a:t>
            </a:r>
            <a:r>
              <a:rPr lang="es-ES" dirty="0" smtClean="0">
                <a:solidFill>
                  <a:srgbClr val="FF0066"/>
                </a:solidFill>
              </a:rPr>
              <a:t> </a:t>
            </a:r>
            <a:r>
              <a:rPr lang="es-ES" dirty="0" err="1" smtClean="0">
                <a:solidFill>
                  <a:srgbClr val="FF0066"/>
                </a:solidFill>
              </a:rPr>
              <a:t>to</a:t>
            </a:r>
            <a:r>
              <a:rPr lang="es-ES" dirty="0" smtClean="0">
                <a:solidFill>
                  <a:srgbClr val="FF0066"/>
                </a:solidFill>
              </a:rPr>
              <a:t> </a:t>
            </a:r>
            <a:r>
              <a:rPr lang="es-ES" dirty="0" err="1" smtClean="0">
                <a:solidFill>
                  <a:srgbClr val="FF0066"/>
                </a:solidFill>
              </a:rPr>
              <a:t>the</a:t>
            </a:r>
            <a:r>
              <a:rPr lang="es-ES" dirty="0" smtClean="0">
                <a:solidFill>
                  <a:srgbClr val="FF0066"/>
                </a:solidFill>
              </a:rPr>
              <a:t> </a:t>
            </a:r>
            <a:r>
              <a:rPr lang="es-ES" dirty="0" err="1" smtClean="0">
                <a:solidFill>
                  <a:srgbClr val="FF0066"/>
                </a:solidFill>
              </a:rPr>
              <a:t>responsible</a:t>
            </a:r>
            <a:r>
              <a:rPr lang="es-ES" dirty="0" smtClean="0">
                <a:solidFill>
                  <a:srgbClr val="FF0066"/>
                </a:solidFill>
              </a:rPr>
              <a:t> </a:t>
            </a:r>
            <a:r>
              <a:rPr lang="es-ES" dirty="0" err="1" smtClean="0">
                <a:solidFill>
                  <a:srgbClr val="FF0066"/>
                </a:solidFill>
              </a:rPr>
              <a:t>who</a:t>
            </a:r>
            <a:r>
              <a:rPr lang="es-ES" dirty="0" smtClean="0">
                <a:solidFill>
                  <a:srgbClr val="FF0066"/>
                </a:solidFill>
              </a:rPr>
              <a:t> </a:t>
            </a:r>
            <a:r>
              <a:rPr lang="es-ES" dirty="0" err="1" smtClean="0">
                <a:solidFill>
                  <a:srgbClr val="FF0066"/>
                </a:solidFill>
              </a:rPr>
              <a:t>is</a:t>
            </a:r>
            <a:r>
              <a:rPr lang="es-ES" dirty="0" smtClean="0">
                <a:solidFill>
                  <a:srgbClr val="FF0066"/>
                </a:solidFill>
              </a:rPr>
              <a:t> </a:t>
            </a:r>
            <a:r>
              <a:rPr lang="es-ES" dirty="0" err="1" smtClean="0">
                <a:solidFill>
                  <a:srgbClr val="FF0066"/>
                </a:solidFill>
              </a:rPr>
              <a:t>going</a:t>
            </a:r>
            <a:r>
              <a:rPr lang="es-ES" dirty="0" smtClean="0">
                <a:solidFill>
                  <a:srgbClr val="FF0066"/>
                </a:solidFill>
              </a:rPr>
              <a:t> </a:t>
            </a:r>
            <a:r>
              <a:rPr lang="es-ES" dirty="0" err="1" smtClean="0">
                <a:solidFill>
                  <a:srgbClr val="FF0066"/>
                </a:solidFill>
              </a:rPr>
              <a:t>to</a:t>
            </a:r>
            <a:r>
              <a:rPr lang="es-ES" dirty="0" smtClean="0">
                <a:solidFill>
                  <a:srgbClr val="FF0066"/>
                </a:solidFill>
              </a:rPr>
              <a:t> </a:t>
            </a:r>
            <a:r>
              <a:rPr lang="es-ES" dirty="0" err="1" smtClean="0">
                <a:solidFill>
                  <a:srgbClr val="FF0066"/>
                </a:solidFill>
              </a:rPr>
              <a:t>accept</a:t>
            </a:r>
            <a:r>
              <a:rPr lang="es-ES" dirty="0" smtClean="0">
                <a:solidFill>
                  <a:srgbClr val="FF0066"/>
                </a:solidFill>
              </a:rPr>
              <a:t> o </a:t>
            </a:r>
            <a:r>
              <a:rPr lang="es-ES" dirty="0" err="1" smtClean="0">
                <a:solidFill>
                  <a:srgbClr val="FF0066"/>
                </a:solidFill>
              </a:rPr>
              <a:t>reject</a:t>
            </a:r>
            <a:r>
              <a:rPr lang="es-ES" dirty="0" smtClean="0">
                <a:solidFill>
                  <a:srgbClr val="FF0066"/>
                </a:solidFill>
              </a:rPr>
              <a:t> </a:t>
            </a:r>
            <a:r>
              <a:rPr lang="es-ES" dirty="0" err="1" smtClean="0">
                <a:solidFill>
                  <a:srgbClr val="FF0066"/>
                </a:solidFill>
              </a:rPr>
              <a:t>it</a:t>
            </a:r>
            <a:r>
              <a:rPr lang="es-ES" dirty="0" smtClean="0">
                <a:solidFill>
                  <a:srgbClr val="FF0066"/>
                </a:solidFill>
              </a:rPr>
              <a:t>. </a:t>
            </a:r>
            <a:endParaRPr lang="es-ES" dirty="0">
              <a:solidFill>
                <a:srgbClr val="FF0066"/>
              </a:solidFill>
            </a:endParaRPr>
          </a:p>
        </p:txBody>
      </p:sp>
      <p:sp>
        <p:nvSpPr>
          <p:cNvPr id="17" name="16 CuadroTexto"/>
          <p:cNvSpPr txBox="1"/>
          <p:nvPr/>
        </p:nvSpPr>
        <p:spPr>
          <a:xfrm>
            <a:off x="6228184" y="1556792"/>
            <a:ext cx="2520280" cy="738664"/>
          </a:xfrm>
          <a:prstGeom prst="rect">
            <a:avLst/>
          </a:prstGeom>
          <a:noFill/>
        </p:spPr>
        <p:txBody>
          <a:bodyPr wrap="square" rtlCol="0">
            <a:spAutoFit/>
          </a:bodyPr>
          <a:lstStyle/>
          <a:p>
            <a:r>
              <a:rPr lang="es-ES" sz="1400" dirty="0" smtClean="0">
                <a:solidFill>
                  <a:srgbClr val="FF0066"/>
                </a:solidFill>
                <a:latin typeface="Arial" pitchFamily="34" charset="0"/>
                <a:cs typeface="Arial" pitchFamily="34" charset="0"/>
              </a:rPr>
              <a:t>In </a:t>
            </a:r>
            <a:r>
              <a:rPr lang="es-ES" sz="1400" dirty="0" err="1" smtClean="0">
                <a:solidFill>
                  <a:srgbClr val="FF0066"/>
                </a:solidFill>
                <a:latin typeface="Arial" pitchFamily="34" charset="0"/>
                <a:cs typeface="Arial" pitchFamily="34" charset="0"/>
              </a:rPr>
              <a:t>this</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tab</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the</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costs</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assigned</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to</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the</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NCs</a:t>
            </a:r>
            <a:r>
              <a:rPr lang="es-ES" sz="1400" dirty="0" smtClean="0">
                <a:solidFill>
                  <a:srgbClr val="FF0066"/>
                </a:solidFill>
                <a:latin typeface="Arial" pitchFamily="34" charset="0"/>
                <a:cs typeface="Arial" pitchFamily="34" charset="0"/>
              </a:rPr>
              <a:t> are </a:t>
            </a:r>
            <a:r>
              <a:rPr lang="es-ES" sz="1400" dirty="0" err="1" smtClean="0">
                <a:solidFill>
                  <a:srgbClr val="FF0066"/>
                </a:solidFill>
                <a:latin typeface="Arial" pitchFamily="34" charset="0"/>
                <a:cs typeface="Arial" pitchFamily="34" charset="0"/>
              </a:rPr>
              <a:t>defined</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with</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the</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next</a:t>
            </a:r>
            <a:r>
              <a:rPr lang="es-ES" sz="1400" dirty="0" smtClean="0">
                <a:solidFill>
                  <a:srgbClr val="FF0066"/>
                </a:solidFill>
                <a:latin typeface="Arial" pitchFamily="34" charset="0"/>
                <a:cs typeface="Arial" pitchFamily="34" charset="0"/>
              </a:rPr>
              <a:t> </a:t>
            </a:r>
            <a:r>
              <a:rPr lang="es-ES" sz="1400" dirty="0" err="1" smtClean="0">
                <a:solidFill>
                  <a:srgbClr val="FF0066"/>
                </a:solidFill>
                <a:latin typeface="Arial" pitchFamily="34" charset="0"/>
                <a:cs typeface="Arial" pitchFamily="34" charset="0"/>
              </a:rPr>
              <a:t>fields</a:t>
            </a:r>
            <a:r>
              <a:rPr lang="es-ES" sz="1400" dirty="0" smtClean="0">
                <a:solidFill>
                  <a:srgbClr val="FF0066"/>
                </a:solidFill>
                <a:latin typeface="Arial" pitchFamily="34" charset="0"/>
                <a:cs typeface="Arial" pitchFamily="34" charset="0"/>
              </a:rPr>
              <a:t>:</a:t>
            </a:r>
            <a:endParaRPr lang="es-ES" sz="1400" dirty="0">
              <a:solidFill>
                <a:srgbClr val="FF0066"/>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9248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9. LESSONS LEARNED</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srcRect/>
          <a:stretch>
            <a:fillRect/>
          </a:stretch>
        </p:blipFill>
        <p:spPr bwMode="auto">
          <a:xfrm>
            <a:off x="899592" y="2276872"/>
            <a:ext cx="7374478" cy="4339952"/>
          </a:xfrm>
          <a:prstGeom prst="rect">
            <a:avLst/>
          </a:prstGeom>
          <a:noFill/>
          <a:ln w="9525">
            <a:noFill/>
            <a:miter lim="800000"/>
            <a:headEnd/>
            <a:tailEnd/>
          </a:ln>
        </p:spPr>
      </p:pic>
      <p:sp>
        <p:nvSpPr>
          <p:cNvPr id="5" name="4 Marcador de contenido"/>
          <p:cNvSpPr>
            <a:spLocks noGrp="1"/>
          </p:cNvSpPr>
          <p:nvPr>
            <p:ph idx="1"/>
          </p:nvPr>
        </p:nvSpPr>
        <p:spPr>
          <a:xfrm>
            <a:off x="467544" y="1196752"/>
            <a:ext cx="8229600" cy="5289451"/>
          </a:xfrm>
        </p:spPr>
        <p:txBody>
          <a:bodyPr/>
          <a:lstStyle/>
          <a:p>
            <a:r>
              <a:rPr lang="en-US" sz="1400" dirty="0" smtClean="0"/>
              <a:t>Once the NC has been closed, in the upper part of the screen the symbol of lessons learned will appear. Clicking that icon, the user is addressed to the LL app, in which the most of the fields of the NC are automatically transferred. For the rest of the fields needed, the app will ask the user. The lesson learned could only be created by the creator or the pursuer.</a:t>
            </a:r>
            <a:endParaRPr lang="es-ES" sz="1400" dirty="0" smtClean="0"/>
          </a:p>
        </p:txBody>
      </p:sp>
      <p:sp>
        <p:nvSpPr>
          <p:cNvPr id="6" name="5 Elipse"/>
          <p:cNvSpPr/>
          <p:nvPr/>
        </p:nvSpPr>
        <p:spPr>
          <a:xfrm>
            <a:off x="1043608" y="2276872"/>
            <a:ext cx="288032"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9.1 </a:t>
            </a:r>
            <a:r>
              <a:rPr lang="es-ES" b="1" dirty="0" err="1" smtClean="0"/>
              <a:t>Create</a:t>
            </a:r>
            <a:r>
              <a:rPr lang="es-ES" b="1" dirty="0" smtClean="0"/>
              <a:t> a </a:t>
            </a:r>
            <a:r>
              <a:rPr lang="es-ES" b="1" dirty="0" err="1" smtClean="0"/>
              <a:t>lesson</a:t>
            </a:r>
            <a:r>
              <a:rPr lang="es-ES" b="1" dirty="0" smtClean="0"/>
              <a:t> </a:t>
            </a:r>
            <a:r>
              <a:rPr lang="es-ES" b="1" dirty="0" err="1" smtClean="0"/>
              <a:t>learned</a:t>
            </a:r>
            <a:r>
              <a:rPr lang="es-ES" b="1" dirty="0" smtClean="0"/>
              <a:t>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23528" y="836712"/>
            <a:ext cx="8229600" cy="360040"/>
          </a:xfrm>
          <a:prstGeom prst="rect">
            <a:avLst/>
          </a:prstGeom>
          <a:noFill/>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9.1 </a:t>
            </a:r>
            <a:r>
              <a:rPr lang="es-ES" b="1" dirty="0" err="1" smtClean="0"/>
              <a:t>Create</a:t>
            </a:r>
            <a:r>
              <a:rPr lang="es-ES" b="1" dirty="0" smtClean="0"/>
              <a:t> a </a:t>
            </a:r>
            <a:r>
              <a:rPr lang="es-ES" b="1" dirty="0" err="1" smtClean="0"/>
              <a:t>lesson</a:t>
            </a:r>
            <a:r>
              <a:rPr lang="es-ES" b="1" dirty="0" smtClean="0"/>
              <a:t> </a:t>
            </a:r>
            <a:r>
              <a:rPr lang="es-ES" b="1" dirty="0" err="1" smtClean="0"/>
              <a:t>learned</a:t>
            </a:r>
            <a:r>
              <a:rPr lang="es-ES" b="1" dirty="0" smtClean="0"/>
              <a:t>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1835696" y="1844824"/>
            <a:ext cx="4905375" cy="2886075"/>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iflores\Desktop\gertakariak.png"/>
          <p:cNvPicPr>
            <a:picLocks noChangeAspect="1" noChangeArrowheads="1"/>
          </p:cNvPicPr>
          <p:nvPr/>
        </p:nvPicPr>
        <p:blipFill>
          <a:blip r:embed="rId2" cstate="print">
            <a:lum bright="65000"/>
          </a:blip>
          <a:srcRect/>
          <a:stretch>
            <a:fillRect/>
          </a:stretch>
        </p:blipFill>
        <p:spPr bwMode="auto">
          <a:xfrm>
            <a:off x="2051720" y="1412776"/>
            <a:ext cx="4752528" cy="4752528"/>
          </a:xfrm>
          <a:prstGeom prst="flowChartConnector">
            <a:avLst/>
          </a:prstGeom>
          <a:noFill/>
        </p:spPr>
      </p:pic>
      <p:sp>
        <p:nvSpPr>
          <p:cNvPr id="4" name="2 Marcador de contenido"/>
          <p:cNvSpPr txBox="1">
            <a:spLocks/>
          </p:cNvSpPr>
          <p:nvPr/>
        </p:nvSpPr>
        <p:spPr>
          <a:xfrm>
            <a:off x="0" y="2996952"/>
            <a:ext cx="8892480" cy="532656"/>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s-ES" sz="3200" b="0" i="0" u="none" strike="noStrike" kern="1200" cap="none" spc="0" normalizeH="0" baseline="0" noProof="0" dirty="0" smtClean="0">
                <a:ln>
                  <a:noFill/>
                </a:ln>
                <a:solidFill>
                  <a:schemeClr val="tx1"/>
                </a:solidFill>
                <a:effectLst/>
                <a:uLnTx/>
                <a:uFillTx/>
                <a:latin typeface="+mn-lt"/>
                <a:ea typeface="+mn-ea"/>
                <a:cs typeface="+mn-cs"/>
              </a:rPr>
              <a:t>10. </a:t>
            </a:r>
            <a:r>
              <a:rPr lang="es-ES" sz="3200" dirty="0" smtClean="0"/>
              <a:t>FOLLOW UP OF THE NC</a:t>
            </a:r>
            <a:endParaRPr kumimoji="0" lang="es-E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10.1 </a:t>
            </a:r>
            <a:r>
              <a:rPr lang="es-ES" b="1" dirty="0" err="1" smtClean="0"/>
              <a:t>Reports</a:t>
            </a:r>
            <a:r>
              <a:rPr lang="es-ES" b="1" dirty="0" smtClean="0"/>
              <a:t> of </a:t>
            </a:r>
            <a:r>
              <a:rPr lang="es-ES" b="1" dirty="0" err="1" smtClean="0"/>
              <a:t>the</a:t>
            </a:r>
            <a:r>
              <a:rPr lang="es-ES" b="1" dirty="0" smtClean="0"/>
              <a:t> </a:t>
            </a:r>
            <a:r>
              <a:rPr lang="es-ES" b="1" dirty="0" err="1" smtClean="0"/>
              <a:t>NCs</a:t>
            </a:r>
            <a:r>
              <a:rPr lang="es-ES" b="1" dirty="0" smtClean="0"/>
              <a:t> </a:t>
            </a:r>
            <a:r>
              <a:rPr lang="es-ES" b="1" dirty="0" err="1" smtClean="0"/>
              <a:t>follow</a:t>
            </a:r>
            <a:r>
              <a:rPr lang="es-ES" b="1" dirty="0" smtClean="0"/>
              <a:t> up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p:cNvPicPr>
            <a:picLocks noChangeAspect="1" noChangeArrowheads="1"/>
          </p:cNvPicPr>
          <p:nvPr/>
        </p:nvPicPr>
        <p:blipFill>
          <a:blip r:embed="rId2" cstate="print"/>
          <a:srcRect/>
          <a:stretch>
            <a:fillRect/>
          </a:stretch>
        </p:blipFill>
        <p:spPr bwMode="auto">
          <a:xfrm>
            <a:off x="395536" y="1268760"/>
            <a:ext cx="5410200" cy="2933700"/>
          </a:xfrm>
          <a:prstGeom prst="rect">
            <a:avLst/>
          </a:prstGeom>
          <a:noFill/>
          <a:ln w="9525">
            <a:noFill/>
            <a:miter lim="800000"/>
            <a:headEnd/>
            <a:tailEnd/>
          </a:ln>
        </p:spPr>
      </p:pic>
      <p:sp>
        <p:nvSpPr>
          <p:cNvPr id="4" name="3 Elipse"/>
          <p:cNvSpPr/>
          <p:nvPr/>
        </p:nvSpPr>
        <p:spPr>
          <a:xfrm>
            <a:off x="827584" y="2276872"/>
            <a:ext cx="360040" cy="432048"/>
          </a:xfrm>
          <a:prstGeom prst="ellipse">
            <a:avLst/>
          </a:prstGeom>
          <a:no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4 CuadroTexto"/>
          <p:cNvSpPr txBox="1"/>
          <p:nvPr/>
        </p:nvSpPr>
        <p:spPr>
          <a:xfrm>
            <a:off x="2339752" y="4581128"/>
            <a:ext cx="4536504" cy="646331"/>
          </a:xfrm>
          <a:prstGeom prst="rect">
            <a:avLst/>
          </a:prstGeom>
          <a:noFill/>
          <a:ln w="19050">
            <a:solidFill>
              <a:srgbClr val="FF0066"/>
            </a:solidFill>
          </a:ln>
        </p:spPr>
        <p:txBody>
          <a:bodyPr wrap="square" rtlCol="0">
            <a:spAutoFit/>
          </a:bodyPr>
          <a:lstStyle/>
          <a:p>
            <a:r>
              <a:rPr lang="es-ES" dirty="0" err="1" smtClean="0"/>
              <a:t>Click</a:t>
            </a:r>
            <a:r>
              <a:rPr lang="es-ES" dirty="0" smtClean="0"/>
              <a:t> </a:t>
            </a:r>
            <a:r>
              <a:rPr lang="es-ES" dirty="0" err="1" smtClean="0"/>
              <a:t>here</a:t>
            </a:r>
            <a:r>
              <a:rPr lang="es-ES" dirty="0" smtClean="0"/>
              <a:t> </a:t>
            </a:r>
            <a:r>
              <a:rPr lang="es-ES" dirty="0" err="1" smtClean="0"/>
              <a:t>to</a:t>
            </a:r>
            <a:r>
              <a:rPr lang="es-ES" dirty="0" smtClean="0"/>
              <a:t> </a:t>
            </a:r>
            <a:r>
              <a:rPr lang="es-ES" dirty="0" err="1" smtClean="0"/>
              <a:t>print</a:t>
            </a:r>
            <a:r>
              <a:rPr lang="es-ES" dirty="0" smtClean="0"/>
              <a:t> </a:t>
            </a:r>
            <a:r>
              <a:rPr lang="es-ES" dirty="0" err="1" smtClean="0"/>
              <a:t>the</a:t>
            </a:r>
            <a:r>
              <a:rPr lang="es-ES" dirty="0" smtClean="0"/>
              <a:t> </a:t>
            </a:r>
            <a:r>
              <a:rPr lang="es-ES" dirty="0" err="1" smtClean="0"/>
              <a:t>reports</a:t>
            </a:r>
            <a:r>
              <a:rPr lang="es-ES" dirty="0" smtClean="0"/>
              <a:t>. </a:t>
            </a:r>
            <a:r>
              <a:rPr lang="es-ES" dirty="0" err="1" smtClean="0"/>
              <a:t>An</a:t>
            </a:r>
            <a:r>
              <a:rPr lang="es-ES" dirty="0" smtClean="0"/>
              <a:t> Excel </a:t>
            </a:r>
            <a:r>
              <a:rPr lang="es-ES" dirty="0" err="1" smtClean="0"/>
              <a:t>will</a:t>
            </a:r>
            <a:r>
              <a:rPr lang="es-ES" dirty="0" smtClean="0"/>
              <a:t> </a:t>
            </a:r>
            <a:r>
              <a:rPr lang="es-ES" dirty="0" err="1" smtClean="0"/>
              <a:t>be</a:t>
            </a:r>
            <a:r>
              <a:rPr lang="es-ES" dirty="0" smtClean="0"/>
              <a:t> open </a:t>
            </a:r>
            <a:r>
              <a:rPr lang="es-ES" dirty="0" err="1" smtClean="0"/>
              <a:t>with</a:t>
            </a:r>
            <a:r>
              <a:rPr lang="es-ES" dirty="0" smtClean="0"/>
              <a:t> </a:t>
            </a:r>
            <a:r>
              <a:rPr lang="es-ES" dirty="0" err="1" smtClean="0"/>
              <a:t>all</a:t>
            </a:r>
            <a:r>
              <a:rPr lang="es-ES" dirty="0" smtClean="0"/>
              <a:t> </a:t>
            </a:r>
            <a:r>
              <a:rPr lang="es-ES" dirty="0" err="1" smtClean="0"/>
              <a:t>the</a:t>
            </a:r>
            <a:r>
              <a:rPr lang="es-ES" dirty="0" smtClean="0"/>
              <a:t> data of </a:t>
            </a:r>
            <a:r>
              <a:rPr lang="es-ES" dirty="0" err="1" smtClean="0"/>
              <a:t>the</a:t>
            </a:r>
            <a:r>
              <a:rPr lang="es-ES" dirty="0" smtClean="0"/>
              <a:t> NC </a:t>
            </a:r>
            <a:r>
              <a:rPr lang="es-ES" dirty="0" err="1" smtClean="0"/>
              <a:t>phases</a:t>
            </a:r>
            <a:r>
              <a:rPr lang="es-ES" dirty="0" smtClean="0"/>
              <a:t>. </a:t>
            </a:r>
            <a:endParaRPr lang="es-ES" dirty="0"/>
          </a:p>
        </p:txBody>
      </p:sp>
      <p:cxnSp>
        <p:nvCxnSpPr>
          <p:cNvPr id="7" name="6 Conector recto de flecha"/>
          <p:cNvCxnSpPr>
            <a:endCxn id="4" idx="6"/>
          </p:cNvCxnSpPr>
          <p:nvPr/>
        </p:nvCxnSpPr>
        <p:spPr>
          <a:xfrm flipH="1" flipV="1">
            <a:off x="1187624" y="2492896"/>
            <a:ext cx="1944216" cy="2088232"/>
          </a:xfrm>
          <a:prstGeom prst="straightConnector1">
            <a:avLst/>
          </a:prstGeom>
          <a:ln w="19050">
            <a:solidFill>
              <a:srgbClr val="FF006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t="7143"/>
          <a:stretch>
            <a:fillRect/>
          </a:stretch>
        </p:blipFill>
        <p:spPr bwMode="auto">
          <a:xfrm>
            <a:off x="467544" y="1556792"/>
            <a:ext cx="7480720" cy="1872035"/>
          </a:xfrm>
          <a:prstGeom prst="rect">
            <a:avLst/>
          </a:prstGeom>
          <a:noFill/>
          <a:ln w="9525">
            <a:noFill/>
            <a:miter lim="800000"/>
            <a:headEnd/>
            <a:tailEnd/>
          </a:ln>
        </p:spPr>
      </p:pic>
      <p:sp>
        <p:nvSpPr>
          <p:cNvPr id="3"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10.1 </a:t>
            </a:r>
            <a:r>
              <a:rPr lang="es-ES" b="1" dirty="0" smtClean="0"/>
              <a:t>Informes de seguimiento reclamaciones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4" name="3 CuadroTexto"/>
          <p:cNvSpPr txBox="1"/>
          <p:nvPr/>
        </p:nvSpPr>
        <p:spPr>
          <a:xfrm>
            <a:off x="323528" y="1268760"/>
            <a:ext cx="2304256" cy="307777"/>
          </a:xfrm>
          <a:prstGeom prst="rect">
            <a:avLst/>
          </a:prstGeom>
          <a:noFill/>
        </p:spPr>
        <p:txBody>
          <a:bodyPr wrap="square" rtlCol="0">
            <a:spAutoFit/>
          </a:bodyPr>
          <a:lstStyle/>
          <a:p>
            <a:r>
              <a:rPr lang="es-ES" sz="1400" dirty="0" smtClean="0"/>
              <a:t>Formato del informe:</a:t>
            </a:r>
            <a:endParaRPr lang="es-ES" sz="1400" dirty="0"/>
          </a:p>
        </p:txBody>
      </p:sp>
      <p:sp>
        <p:nvSpPr>
          <p:cNvPr id="5" name="4 CuadroTexto"/>
          <p:cNvSpPr txBox="1"/>
          <p:nvPr/>
        </p:nvSpPr>
        <p:spPr>
          <a:xfrm>
            <a:off x="395536" y="3573016"/>
            <a:ext cx="2304256" cy="307777"/>
          </a:xfrm>
          <a:prstGeom prst="rect">
            <a:avLst/>
          </a:prstGeom>
          <a:noFill/>
        </p:spPr>
        <p:txBody>
          <a:bodyPr wrap="square" rtlCol="0">
            <a:spAutoFit/>
          </a:bodyPr>
          <a:lstStyle/>
          <a:p>
            <a:r>
              <a:rPr lang="es-ES" sz="1400" b="1" dirty="0" err="1" smtClean="0"/>
              <a:t>Meaning</a:t>
            </a:r>
            <a:r>
              <a:rPr lang="es-ES" sz="1400" b="1" dirty="0" smtClean="0"/>
              <a:t> of </a:t>
            </a:r>
            <a:r>
              <a:rPr lang="es-ES" sz="1400" b="1" dirty="0" err="1" smtClean="0"/>
              <a:t>the</a:t>
            </a:r>
            <a:r>
              <a:rPr lang="es-ES" sz="1400" b="1" dirty="0" smtClean="0"/>
              <a:t> </a:t>
            </a:r>
            <a:r>
              <a:rPr lang="es-ES" sz="1400" b="1" dirty="0" err="1" smtClean="0"/>
              <a:t>colours</a:t>
            </a:r>
            <a:r>
              <a:rPr lang="es-ES" sz="1400" b="1" dirty="0" smtClean="0"/>
              <a:t>:</a:t>
            </a:r>
            <a:endParaRPr lang="es-ES" sz="1400" b="1" dirty="0"/>
          </a:p>
        </p:txBody>
      </p:sp>
      <p:pic>
        <p:nvPicPr>
          <p:cNvPr id="2052" name="Picture 4"/>
          <p:cNvPicPr>
            <a:picLocks noChangeAspect="1" noChangeArrowheads="1"/>
          </p:cNvPicPr>
          <p:nvPr/>
        </p:nvPicPr>
        <p:blipFill>
          <a:blip r:embed="rId3" cstate="print"/>
          <a:srcRect r="4170"/>
          <a:stretch>
            <a:fillRect/>
          </a:stretch>
        </p:blipFill>
        <p:spPr bwMode="auto">
          <a:xfrm>
            <a:off x="3779912" y="4797152"/>
            <a:ext cx="648072" cy="576064"/>
          </a:xfrm>
          <a:prstGeom prst="rect">
            <a:avLst/>
          </a:prstGeom>
          <a:noFill/>
          <a:ln w="9525">
            <a:noFill/>
            <a:miter lim="800000"/>
            <a:headEnd/>
            <a:tailEnd/>
          </a:ln>
        </p:spPr>
      </p:pic>
      <p:pic>
        <p:nvPicPr>
          <p:cNvPr id="2055" name="Picture 7"/>
          <p:cNvPicPr>
            <a:picLocks noChangeAspect="1" noChangeArrowheads="1"/>
          </p:cNvPicPr>
          <p:nvPr/>
        </p:nvPicPr>
        <p:blipFill>
          <a:blip r:embed="rId4" cstate="print"/>
          <a:srcRect/>
          <a:stretch>
            <a:fillRect/>
          </a:stretch>
        </p:blipFill>
        <p:spPr bwMode="auto">
          <a:xfrm>
            <a:off x="467545" y="4797152"/>
            <a:ext cx="648072" cy="638175"/>
          </a:xfrm>
          <a:prstGeom prst="rect">
            <a:avLst/>
          </a:prstGeom>
          <a:noFill/>
          <a:ln w="9525">
            <a:noFill/>
            <a:miter lim="800000"/>
            <a:headEnd/>
            <a:tailEnd/>
          </a:ln>
        </p:spPr>
      </p:pic>
      <p:sp>
        <p:nvSpPr>
          <p:cNvPr id="12" name="11 CuadroTexto"/>
          <p:cNvSpPr txBox="1"/>
          <p:nvPr/>
        </p:nvSpPr>
        <p:spPr>
          <a:xfrm>
            <a:off x="1187624" y="4149080"/>
            <a:ext cx="1728192" cy="261610"/>
          </a:xfrm>
          <a:prstGeom prst="rect">
            <a:avLst/>
          </a:prstGeom>
          <a:noFill/>
        </p:spPr>
        <p:txBody>
          <a:bodyPr wrap="square" rtlCol="0">
            <a:spAutoFit/>
          </a:bodyPr>
          <a:lstStyle/>
          <a:p>
            <a:r>
              <a:rPr lang="es-ES" sz="1100" dirty="0" err="1" smtClean="0"/>
              <a:t>Closed</a:t>
            </a:r>
            <a:r>
              <a:rPr lang="es-ES" sz="1100" dirty="0" smtClean="0"/>
              <a:t> </a:t>
            </a:r>
            <a:r>
              <a:rPr lang="es-ES" sz="1100" dirty="0" err="1" smtClean="0"/>
              <a:t>phase</a:t>
            </a:r>
            <a:r>
              <a:rPr lang="es-ES" sz="1100" dirty="0" smtClean="0"/>
              <a:t> (</a:t>
            </a:r>
            <a:r>
              <a:rPr lang="es-ES" sz="1100" dirty="0" err="1" smtClean="0"/>
              <a:t>on</a:t>
            </a:r>
            <a:r>
              <a:rPr lang="es-ES" sz="1100" dirty="0" smtClean="0"/>
              <a:t> time)</a:t>
            </a:r>
            <a:endParaRPr lang="es-ES" sz="1100" dirty="0"/>
          </a:p>
        </p:txBody>
      </p:sp>
      <p:sp>
        <p:nvSpPr>
          <p:cNvPr id="13" name="12 CuadroTexto"/>
          <p:cNvSpPr txBox="1"/>
          <p:nvPr/>
        </p:nvSpPr>
        <p:spPr>
          <a:xfrm>
            <a:off x="1187624" y="5013176"/>
            <a:ext cx="2088232" cy="261610"/>
          </a:xfrm>
          <a:prstGeom prst="rect">
            <a:avLst/>
          </a:prstGeom>
          <a:noFill/>
        </p:spPr>
        <p:txBody>
          <a:bodyPr wrap="square" rtlCol="0">
            <a:spAutoFit/>
          </a:bodyPr>
          <a:lstStyle/>
          <a:p>
            <a:r>
              <a:rPr lang="es-ES" sz="1100" dirty="0" err="1" smtClean="0"/>
              <a:t>Closed</a:t>
            </a:r>
            <a:r>
              <a:rPr lang="es-ES" sz="1100" dirty="0" smtClean="0"/>
              <a:t> </a:t>
            </a:r>
            <a:r>
              <a:rPr lang="es-ES" sz="1100" dirty="0" err="1" smtClean="0"/>
              <a:t>phase</a:t>
            </a:r>
            <a:r>
              <a:rPr lang="es-ES" sz="1100" dirty="0" smtClean="0"/>
              <a:t> (late)</a:t>
            </a:r>
            <a:endParaRPr lang="es-ES" sz="1100" dirty="0"/>
          </a:p>
        </p:txBody>
      </p:sp>
      <p:sp>
        <p:nvSpPr>
          <p:cNvPr id="16" name="15 CuadroTexto"/>
          <p:cNvSpPr txBox="1"/>
          <p:nvPr/>
        </p:nvSpPr>
        <p:spPr>
          <a:xfrm>
            <a:off x="4572000" y="4941168"/>
            <a:ext cx="2664296" cy="261610"/>
          </a:xfrm>
          <a:prstGeom prst="rect">
            <a:avLst/>
          </a:prstGeom>
          <a:noFill/>
        </p:spPr>
        <p:txBody>
          <a:bodyPr wrap="square" rtlCol="0">
            <a:spAutoFit/>
          </a:bodyPr>
          <a:lstStyle/>
          <a:p>
            <a:r>
              <a:rPr lang="es-ES" sz="1100" dirty="0" err="1" smtClean="0"/>
              <a:t>Approval</a:t>
            </a:r>
            <a:r>
              <a:rPr lang="es-ES" sz="1100" dirty="0" smtClean="0"/>
              <a:t> </a:t>
            </a:r>
            <a:r>
              <a:rPr lang="es-ES" sz="1100" dirty="0" err="1" smtClean="0"/>
              <a:t>requested</a:t>
            </a:r>
            <a:r>
              <a:rPr lang="es-ES" sz="1100" dirty="0" smtClean="0"/>
              <a:t>  (</a:t>
            </a:r>
            <a:r>
              <a:rPr lang="es-ES" sz="1100" dirty="0" err="1" smtClean="0"/>
              <a:t>on</a:t>
            </a:r>
            <a:r>
              <a:rPr lang="es-ES" sz="1100" dirty="0" smtClean="0"/>
              <a:t> time)</a:t>
            </a:r>
            <a:endParaRPr lang="es-ES" sz="1100" dirty="0"/>
          </a:p>
        </p:txBody>
      </p:sp>
      <p:pic>
        <p:nvPicPr>
          <p:cNvPr id="22" name="Picture 5"/>
          <p:cNvPicPr>
            <a:picLocks noChangeAspect="1" noChangeArrowheads="1"/>
          </p:cNvPicPr>
          <p:nvPr/>
        </p:nvPicPr>
        <p:blipFill>
          <a:blip r:embed="rId5" cstate="print"/>
          <a:srcRect l="10356"/>
          <a:stretch>
            <a:fillRect/>
          </a:stretch>
        </p:blipFill>
        <p:spPr bwMode="auto">
          <a:xfrm>
            <a:off x="467544" y="5661248"/>
            <a:ext cx="648072" cy="695325"/>
          </a:xfrm>
          <a:prstGeom prst="rect">
            <a:avLst/>
          </a:prstGeom>
          <a:noFill/>
          <a:ln w="9525">
            <a:solidFill>
              <a:schemeClr val="tx1"/>
            </a:solidFill>
            <a:miter lim="800000"/>
            <a:headEnd/>
            <a:tailEnd/>
          </a:ln>
        </p:spPr>
      </p:pic>
      <p:sp>
        <p:nvSpPr>
          <p:cNvPr id="26" name="25 CuadroTexto"/>
          <p:cNvSpPr txBox="1"/>
          <p:nvPr/>
        </p:nvSpPr>
        <p:spPr>
          <a:xfrm>
            <a:off x="1187624" y="5877272"/>
            <a:ext cx="2304256" cy="261610"/>
          </a:xfrm>
          <a:prstGeom prst="rect">
            <a:avLst/>
          </a:prstGeom>
          <a:noFill/>
        </p:spPr>
        <p:txBody>
          <a:bodyPr wrap="square" rtlCol="0">
            <a:spAutoFit/>
          </a:bodyPr>
          <a:lstStyle/>
          <a:p>
            <a:r>
              <a:rPr lang="es-ES" sz="1100" dirty="0" smtClean="0"/>
              <a:t>Open </a:t>
            </a:r>
            <a:r>
              <a:rPr lang="es-ES" sz="1100" dirty="0" err="1" smtClean="0"/>
              <a:t>phase</a:t>
            </a:r>
            <a:r>
              <a:rPr lang="es-ES" sz="1100" dirty="0" smtClean="0"/>
              <a:t> (</a:t>
            </a:r>
            <a:r>
              <a:rPr lang="es-ES" sz="1100" dirty="0" err="1" smtClean="0"/>
              <a:t>on</a:t>
            </a:r>
            <a:r>
              <a:rPr lang="es-ES" sz="1100" dirty="0" smtClean="0"/>
              <a:t> time)</a:t>
            </a:r>
            <a:endParaRPr lang="es-ES" sz="1100" dirty="0"/>
          </a:p>
        </p:txBody>
      </p:sp>
      <p:sp>
        <p:nvSpPr>
          <p:cNvPr id="27" name="26 CuadroTexto"/>
          <p:cNvSpPr txBox="1"/>
          <p:nvPr/>
        </p:nvSpPr>
        <p:spPr>
          <a:xfrm>
            <a:off x="4499992" y="4149080"/>
            <a:ext cx="2160240" cy="261610"/>
          </a:xfrm>
          <a:prstGeom prst="rect">
            <a:avLst/>
          </a:prstGeom>
          <a:noFill/>
        </p:spPr>
        <p:txBody>
          <a:bodyPr wrap="square" rtlCol="0">
            <a:spAutoFit/>
          </a:bodyPr>
          <a:lstStyle/>
          <a:p>
            <a:r>
              <a:rPr lang="es-ES" sz="1100" dirty="0" err="1" smtClean="0"/>
              <a:t>Rejected</a:t>
            </a:r>
            <a:r>
              <a:rPr lang="es-ES" sz="1100" dirty="0" smtClean="0"/>
              <a:t> </a:t>
            </a:r>
            <a:r>
              <a:rPr lang="es-ES" sz="1100" dirty="0" err="1" smtClean="0"/>
              <a:t>phase</a:t>
            </a:r>
            <a:r>
              <a:rPr lang="es-ES" sz="1100" dirty="0" smtClean="0"/>
              <a:t> </a:t>
            </a:r>
            <a:r>
              <a:rPr lang="es-ES" sz="1100" dirty="0" err="1" smtClean="0"/>
              <a:t>or</a:t>
            </a:r>
            <a:r>
              <a:rPr lang="es-ES" sz="1100" dirty="0" smtClean="0"/>
              <a:t> late </a:t>
            </a:r>
            <a:endParaRPr lang="es-ES" sz="1100" dirty="0"/>
          </a:p>
        </p:txBody>
      </p:sp>
      <p:sp>
        <p:nvSpPr>
          <p:cNvPr id="29" name="28 Rectángulo"/>
          <p:cNvSpPr/>
          <p:nvPr/>
        </p:nvSpPr>
        <p:spPr>
          <a:xfrm>
            <a:off x="467544" y="4005064"/>
            <a:ext cx="648072" cy="64807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29 Rectángulo"/>
          <p:cNvSpPr/>
          <p:nvPr/>
        </p:nvSpPr>
        <p:spPr>
          <a:xfrm>
            <a:off x="3779912" y="4005064"/>
            <a:ext cx="648072" cy="648072"/>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467544" y="1268760"/>
            <a:ext cx="4876800" cy="5200650"/>
          </a:xfrm>
          <a:prstGeom prst="rect">
            <a:avLst/>
          </a:prstGeom>
          <a:noFill/>
          <a:ln w="9525">
            <a:noFill/>
            <a:miter lim="800000"/>
            <a:headEnd/>
            <a:tailEnd/>
          </a:ln>
        </p:spPr>
      </p:pic>
      <p:sp>
        <p:nvSpPr>
          <p:cNvPr id="3" name="1 Título"/>
          <p:cNvSpPr txBox="1">
            <a:spLocks/>
          </p:cNvSpPr>
          <p:nvPr/>
        </p:nvSpPr>
        <p:spPr>
          <a:xfrm>
            <a:off x="323528" y="836712"/>
            <a:ext cx="8229600" cy="360040"/>
          </a:xfrm>
          <a:prstGeom prst="rect">
            <a:avLst/>
          </a:prstGeom>
        </p:spPr>
        <p:txBody>
          <a:bodyPr/>
          <a:lstStyle/>
          <a:p>
            <a:pPr lvl="0">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11.1 </a:t>
            </a:r>
            <a:r>
              <a:rPr lang="es-ES" b="1" dirty="0" smtClean="0"/>
              <a:t>8D </a:t>
            </a:r>
            <a:r>
              <a:rPr lang="es-ES" b="1" dirty="0" err="1" smtClean="0"/>
              <a:t>Follow</a:t>
            </a:r>
            <a:r>
              <a:rPr lang="es-ES" b="1" dirty="0" smtClean="0"/>
              <a:t> up </a:t>
            </a:r>
            <a:r>
              <a:rPr lang="es-ES" b="1" dirty="0" err="1" smtClean="0"/>
              <a:t>report</a:t>
            </a:r>
            <a:r>
              <a:rPr lang="es-ES" b="1" dirty="0" smtClean="0"/>
              <a:t> 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4" name="3 Elipse"/>
          <p:cNvSpPr/>
          <p:nvPr/>
        </p:nvSpPr>
        <p:spPr>
          <a:xfrm>
            <a:off x="971600" y="1700808"/>
            <a:ext cx="360040" cy="288032"/>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6" name="5 Conector recto de flecha"/>
          <p:cNvCxnSpPr>
            <a:stCxn id="4" idx="6"/>
          </p:cNvCxnSpPr>
          <p:nvPr/>
        </p:nvCxnSpPr>
        <p:spPr>
          <a:xfrm>
            <a:off x="1331640" y="1844824"/>
            <a:ext cx="1656184" cy="0"/>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7" name="6 CuadroTexto"/>
          <p:cNvSpPr txBox="1"/>
          <p:nvPr/>
        </p:nvSpPr>
        <p:spPr>
          <a:xfrm>
            <a:off x="3059832" y="1484784"/>
            <a:ext cx="2520280" cy="923330"/>
          </a:xfrm>
          <a:prstGeom prst="rect">
            <a:avLst/>
          </a:prstGeom>
          <a:solidFill>
            <a:schemeClr val="bg1"/>
          </a:solidFill>
          <a:ln>
            <a:solidFill>
              <a:srgbClr val="0000FF"/>
            </a:solidFill>
          </a:ln>
        </p:spPr>
        <p:txBody>
          <a:bodyPr wrap="square" rtlCol="0">
            <a:spAutoFit/>
          </a:bodyPr>
          <a:lstStyle/>
          <a:p>
            <a:r>
              <a:rPr lang="en-US" smtClean="0"/>
              <a:t>To print a report in pfd or Excel format click here.</a:t>
            </a:r>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t="1337"/>
          <a:stretch>
            <a:fillRect/>
          </a:stretch>
        </p:blipFill>
        <p:spPr bwMode="auto">
          <a:xfrm>
            <a:off x="467544" y="1340768"/>
            <a:ext cx="8135863" cy="5004913"/>
          </a:xfrm>
          <a:prstGeom prst="rect">
            <a:avLst/>
          </a:prstGeom>
          <a:noFill/>
          <a:ln w="9525">
            <a:noFill/>
            <a:miter lim="800000"/>
            <a:headEnd/>
            <a:tailEnd/>
          </a:ln>
        </p:spPr>
      </p:pic>
      <p:sp>
        <p:nvSpPr>
          <p:cNvPr id="3" name="1 Título"/>
          <p:cNvSpPr txBox="1">
            <a:spLocks/>
          </p:cNvSpPr>
          <p:nvPr/>
        </p:nvSpPr>
        <p:spPr>
          <a:xfrm>
            <a:off x="323528" y="836712"/>
            <a:ext cx="8229600" cy="360040"/>
          </a:xfrm>
          <a:prstGeom prst="rect">
            <a:avLst/>
          </a:prstGeom>
        </p:spPr>
        <p:txBody>
          <a:bodyPr/>
          <a:lstStyle/>
          <a:p>
            <a:pPr>
              <a:spcBef>
                <a:spcPct val="0"/>
              </a:spcBef>
              <a:defRPr/>
            </a:pPr>
            <a:r>
              <a:rPr kumimoji="0" lang="es-ES" sz="1800" b="1" i="0" u="none" strike="noStrike" kern="1200" cap="none" spc="0" normalizeH="0" baseline="0" noProof="0" dirty="0" smtClean="0">
                <a:ln>
                  <a:noFill/>
                </a:ln>
                <a:solidFill>
                  <a:schemeClr val="tx1"/>
                </a:solidFill>
                <a:effectLst/>
                <a:uLnTx/>
                <a:uFillTx/>
                <a:latin typeface="+mj-lt"/>
                <a:ea typeface="+mj-ea"/>
                <a:cs typeface="+mj-cs"/>
              </a:rPr>
              <a:t>11.1 </a:t>
            </a:r>
            <a:r>
              <a:rPr lang="es-ES" b="1" dirty="0" smtClean="0"/>
              <a:t>8D </a:t>
            </a:r>
            <a:r>
              <a:rPr lang="es-ES" b="1" dirty="0" err="1" smtClean="0"/>
              <a:t>Follow</a:t>
            </a:r>
            <a:r>
              <a:rPr lang="es-ES" b="1" dirty="0" smtClean="0"/>
              <a:t> up </a:t>
            </a:r>
            <a:r>
              <a:rPr lang="es-ES" b="1" dirty="0" err="1" smtClean="0"/>
              <a:t>report</a:t>
            </a:r>
            <a:r>
              <a:rPr lang="es-ES" b="1" dirty="0" smtClean="0"/>
              <a:t> II</a:t>
            </a:r>
            <a:endParaRPr kumimoji="0" lang="es-ES" sz="1800" b="1" i="0" u="none" strike="noStrike" kern="1200" cap="none" spc="0" normalizeH="0" baseline="0" noProof="0" dirty="0">
              <a:ln>
                <a:noFill/>
              </a:ln>
              <a:solidFill>
                <a:schemeClr val="tx1"/>
              </a:solidFill>
              <a:effectLst/>
              <a:uLnTx/>
              <a:uFillTx/>
              <a:latin typeface="+mj-lt"/>
              <a:ea typeface="+mj-ea"/>
              <a:cs typeface="+mj-cs"/>
            </a:endParaRPr>
          </a:p>
        </p:txBody>
      </p:sp>
      <p:sp>
        <p:nvSpPr>
          <p:cNvPr id="4" name="3 CuadroTexto"/>
          <p:cNvSpPr txBox="1"/>
          <p:nvPr/>
        </p:nvSpPr>
        <p:spPr>
          <a:xfrm>
            <a:off x="3491880" y="4869160"/>
            <a:ext cx="2088232" cy="369332"/>
          </a:xfrm>
          <a:prstGeom prst="rect">
            <a:avLst/>
          </a:prstGeom>
          <a:noFill/>
          <a:ln>
            <a:solidFill>
              <a:srgbClr val="0000FF"/>
            </a:solidFill>
          </a:ln>
        </p:spPr>
        <p:txBody>
          <a:bodyPr wrap="square" rtlCol="0">
            <a:spAutoFit/>
          </a:bodyPr>
          <a:lstStyle/>
          <a:p>
            <a:r>
              <a:rPr lang="es-ES" dirty="0" smtClean="0"/>
              <a:t>8D </a:t>
            </a:r>
            <a:r>
              <a:rPr lang="es-ES" dirty="0" err="1" smtClean="0"/>
              <a:t>Report</a:t>
            </a:r>
            <a:r>
              <a:rPr lang="es-ES" dirty="0" smtClean="0"/>
              <a:t> </a:t>
            </a:r>
            <a:r>
              <a:rPr lang="es-ES" dirty="0" err="1" smtClean="0"/>
              <a:t>format</a:t>
            </a:r>
            <a:endParaRPr lang="es-ES" dirty="0"/>
          </a:p>
        </p:txBody>
      </p:sp>
    </p:spTree>
  </p:cSld>
  <p:clrMapOvr>
    <a:masterClrMapping/>
  </p:clrMapOvr>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1421</TotalTime>
  <Words>3664</Words>
  <Application>Microsoft Office PowerPoint</Application>
  <PresentationFormat>Presentación en pantalla (4:3)</PresentationFormat>
  <Paragraphs>463</Paragraphs>
  <Slides>107</Slides>
  <Notes>2</Notes>
  <HiddenSlides>0</HiddenSlides>
  <MMClips>0</MMClips>
  <ScaleCrop>false</ScaleCrop>
  <HeadingPairs>
    <vt:vector size="4" baseType="variant">
      <vt:variant>
        <vt:lpstr>Tema</vt:lpstr>
      </vt:variant>
      <vt:variant>
        <vt:i4>1</vt:i4>
      </vt:variant>
      <vt:variant>
        <vt:lpstr>Títulos de diapositiva</vt:lpstr>
      </vt:variant>
      <vt:variant>
        <vt:i4>107</vt:i4>
      </vt:variant>
    </vt:vector>
  </HeadingPairs>
  <TitlesOfParts>
    <vt:vector size="108" baseType="lpstr">
      <vt:lpstr>Tema de Office</vt:lpstr>
      <vt:lpstr>Diapositiva 1</vt:lpstr>
      <vt:lpstr>Diapositiva 2</vt:lpstr>
      <vt:lpstr>ÍNDICE</vt:lpstr>
      <vt:lpstr>Diapositiva 4</vt:lpstr>
      <vt:lpstr>1.1 Permisos aplicación (Dar de alta a un usuario según el rol que vaya a cumplir)</vt:lpstr>
      <vt:lpstr>1.2 Roles aplicación (funciones que cumplen los diferentes roles)</vt:lpstr>
      <vt:lpstr>Diapositiva 7</vt:lpstr>
      <vt:lpstr>1.2 Iconos principales</vt:lpstr>
      <vt:lpstr>1.3 Pestañas</vt:lpstr>
      <vt:lpstr>Diapositiva 10</vt:lpstr>
      <vt:lpstr>Diapositiva 11</vt:lpstr>
      <vt:lpstr>Diapositiva 12</vt:lpstr>
      <vt:lpstr>Diapositiva 13</vt:lpstr>
      <vt:lpstr>3.1 Crear  NC</vt:lpstr>
      <vt:lpstr>3.2 Campos Obligatorios para notificación de la Nueva NC</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Diapositiva 50</vt:lpstr>
      <vt:lpstr>Diapositiva 51</vt:lpstr>
      <vt:lpstr>Diapositiva 52</vt:lpstr>
      <vt:lpstr>Diapositiva 53</vt:lpstr>
      <vt:lpstr>Diapositiva 54</vt:lpstr>
      <vt:lpstr>Diapositiva 55</vt:lpstr>
      <vt:lpstr>INDEX</vt:lpstr>
      <vt:lpstr>Diapositiva 57</vt:lpstr>
      <vt:lpstr>1.1 Permissions (Register a person depending on the role he/she is going to perform in the NC)</vt:lpstr>
      <vt:lpstr>1.2 Roles (Functions for each role)</vt:lpstr>
      <vt:lpstr>Diapositiva 60</vt:lpstr>
      <vt:lpstr>1.2 Main Icons</vt:lpstr>
      <vt:lpstr>1.3 Tabs</vt:lpstr>
      <vt:lpstr>Diapositiva 63</vt:lpstr>
      <vt:lpstr>Diapositiva 64</vt:lpstr>
      <vt:lpstr>Diapositiva 65</vt:lpstr>
      <vt:lpstr>Diapositiva 66</vt:lpstr>
      <vt:lpstr>3.1 Create  NC</vt:lpstr>
      <vt:lpstr>3.2 Necessary fields for the notification of the NC</vt:lpstr>
      <vt:lpstr>3.3 Fields of the NC I</vt:lpstr>
      <vt:lpstr>Diapositiva 70</vt:lpstr>
      <vt:lpstr>Diapositiva 71</vt:lpstr>
      <vt:lpstr>Diapositiva 72</vt:lpstr>
      <vt:lpstr>Diapositiva 73</vt:lpstr>
      <vt:lpstr>Diapositiva 74</vt:lpstr>
      <vt:lpstr>Diapositiva 75</vt:lpstr>
      <vt:lpstr>Diapositiva 76</vt:lpstr>
      <vt:lpstr>Diapositiva 77</vt:lpstr>
      <vt:lpstr>Diapositiva 78</vt:lpstr>
      <vt:lpstr>Diapositiva 79</vt:lpstr>
      <vt:lpstr>Diapositiva 80</vt:lpstr>
      <vt:lpstr>Diapositiva 81</vt:lpstr>
      <vt:lpstr>Diapositiva 82</vt:lpstr>
      <vt:lpstr>Diapositiva 83</vt:lpstr>
      <vt:lpstr>Diapositiva 84</vt:lpstr>
      <vt:lpstr>Diapositiva 85</vt:lpstr>
      <vt:lpstr>Diapositiva 86</vt:lpstr>
      <vt:lpstr>Diapositiva 87</vt:lpstr>
      <vt:lpstr>Diapositiva 88</vt:lpstr>
      <vt:lpstr>Diapositiva 89</vt:lpstr>
      <vt:lpstr>Diapositiva 90</vt:lpstr>
      <vt:lpstr>Diapositiva 91</vt:lpstr>
      <vt:lpstr>Diapositiva 92</vt:lpstr>
      <vt:lpstr>Diapositiva 93</vt:lpstr>
      <vt:lpstr>Diapositiva 94</vt:lpstr>
      <vt:lpstr>Diapositiva 95</vt:lpstr>
      <vt:lpstr>Diapositiva 96</vt:lpstr>
      <vt:lpstr>Diapositiva 97</vt:lpstr>
      <vt:lpstr>Diapositiva 98</vt:lpstr>
      <vt:lpstr>Diapositiva 99</vt:lpstr>
      <vt:lpstr>Diapositiva 100</vt:lpstr>
      <vt:lpstr>Diapositiva 101</vt:lpstr>
      <vt:lpstr>Diapositiva 102</vt:lpstr>
      <vt:lpstr>Diapositiva 103</vt:lpstr>
      <vt:lpstr>Diapositiva 104</vt:lpstr>
      <vt:lpstr>Diapositiva 105</vt:lpstr>
      <vt:lpstr>Diapositiva 106</vt:lpstr>
      <vt:lpstr>Diapositiva 107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Izaskun Flores Corral</dc:creator>
  <cp:lastModifiedBy>iflores</cp:lastModifiedBy>
  <cp:revision>585</cp:revision>
  <dcterms:created xsi:type="dcterms:W3CDTF">2015-03-30T06:17:23Z</dcterms:created>
  <dcterms:modified xsi:type="dcterms:W3CDTF">2015-10-05T08:21:07Z</dcterms:modified>
</cp:coreProperties>
</file>